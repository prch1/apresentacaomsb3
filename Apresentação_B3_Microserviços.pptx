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5495F4-4FB9-4014-9BD1-86DC8D14C5BC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944DA438-E564-4577-8CC8-4B51DCB6B2D2}">
      <dgm:prSet phldrT="[Texto]" custT="1"/>
      <dgm:spPr>
        <a:solidFill>
          <a:srgbClr val="FFC000"/>
        </a:solidFill>
      </dgm:spPr>
      <dgm:t>
        <a:bodyPr/>
        <a:lstStyle/>
        <a:p>
          <a:r>
            <a:rPr lang="pt-BR" sz="1200" dirty="0">
              <a:latin typeface="Arial Black" panose="020B0A04020102020204" pitchFamily="34" charset="0"/>
            </a:rPr>
            <a:t>Banco Pai</a:t>
          </a:r>
        </a:p>
      </dgm:t>
    </dgm:pt>
    <dgm:pt modelId="{E1055868-98CB-4ACA-BDD9-94C8572F8902}" type="parTrans" cxnId="{9EC68455-C6EB-4B5B-A161-3666DE838078}">
      <dgm:prSet/>
      <dgm:spPr/>
      <dgm:t>
        <a:bodyPr/>
        <a:lstStyle/>
        <a:p>
          <a:endParaRPr lang="pt-BR"/>
        </a:p>
      </dgm:t>
    </dgm:pt>
    <dgm:pt modelId="{CBC0464F-7B39-4593-87CB-0486F85187D5}" type="sibTrans" cxnId="{9EC68455-C6EB-4B5B-A161-3666DE838078}">
      <dgm:prSet/>
      <dgm:spPr/>
      <dgm:t>
        <a:bodyPr/>
        <a:lstStyle/>
        <a:p>
          <a:endParaRPr lang="pt-BR"/>
        </a:p>
      </dgm:t>
    </dgm:pt>
    <dgm:pt modelId="{B3BDF9F1-9695-4D07-89EC-815FDA0DCA36}">
      <dgm:prSet phldrT="[Texto]" custT="1"/>
      <dgm:spPr/>
      <dgm:t>
        <a:bodyPr/>
        <a:lstStyle/>
        <a:p>
          <a:r>
            <a:rPr lang="pt-BR" sz="1200" dirty="0">
              <a:latin typeface="Arial Black" panose="020B0A04020102020204" pitchFamily="34" charset="0"/>
            </a:rPr>
            <a:t>Pague sua Divida</a:t>
          </a:r>
        </a:p>
      </dgm:t>
    </dgm:pt>
    <dgm:pt modelId="{5D8D9DF2-E094-40BA-A6EF-BCC80ECAF950}" type="parTrans" cxnId="{A609EB1C-0293-4CA3-B16E-AF296493D3EC}">
      <dgm:prSet/>
      <dgm:spPr/>
      <dgm:t>
        <a:bodyPr/>
        <a:lstStyle/>
        <a:p>
          <a:endParaRPr lang="pt-BR"/>
        </a:p>
      </dgm:t>
    </dgm:pt>
    <dgm:pt modelId="{94AB6097-4BCA-4BD7-A969-165421F87C94}" type="sibTrans" cxnId="{A609EB1C-0293-4CA3-B16E-AF296493D3EC}">
      <dgm:prSet/>
      <dgm:spPr/>
      <dgm:t>
        <a:bodyPr/>
        <a:lstStyle/>
        <a:p>
          <a:endParaRPr lang="pt-BR"/>
        </a:p>
      </dgm:t>
    </dgm:pt>
    <dgm:pt modelId="{83689106-46B0-4D12-AFA0-CCB3B8C8E3BF}">
      <dgm:prSet phldrT="[Texto]"/>
      <dgm:spPr>
        <a:solidFill>
          <a:srgbClr val="7030A0"/>
        </a:solidFill>
      </dgm:spPr>
      <dgm:t>
        <a:bodyPr/>
        <a:lstStyle/>
        <a:p>
          <a:r>
            <a:rPr lang="pt-BR" dirty="0" err="1">
              <a:latin typeface="Arial Black" panose="020B0A04020102020204" pitchFamily="34" charset="0"/>
            </a:rPr>
            <a:t>Adm</a:t>
          </a:r>
          <a:r>
            <a:rPr lang="pt-BR" dirty="0">
              <a:latin typeface="Arial Black" panose="020B0A04020102020204" pitchFamily="34" charset="0"/>
            </a:rPr>
            <a:t> A</a:t>
          </a:r>
        </a:p>
      </dgm:t>
    </dgm:pt>
    <dgm:pt modelId="{07E23B77-C785-455F-8A52-B5B2108289FD}" type="parTrans" cxnId="{391DE8A7-1059-4B10-B497-C39C9C442F59}">
      <dgm:prSet/>
      <dgm:spPr/>
      <dgm:t>
        <a:bodyPr/>
        <a:lstStyle/>
        <a:p>
          <a:endParaRPr lang="pt-BR"/>
        </a:p>
      </dgm:t>
    </dgm:pt>
    <dgm:pt modelId="{073CEFC1-3ED2-4CFD-8FCA-CEFC86999109}" type="sibTrans" cxnId="{391DE8A7-1059-4B10-B497-C39C9C442F59}">
      <dgm:prSet/>
      <dgm:spPr/>
      <dgm:t>
        <a:bodyPr/>
        <a:lstStyle/>
        <a:p>
          <a:endParaRPr lang="pt-BR"/>
        </a:p>
      </dgm:t>
    </dgm:pt>
    <dgm:pt modelId="{0A0C1633-D798-422C-8CD7-A9AAD8BB3D38}">
      <dgm:prSet phldrT="[Texto]"/>
      <dgm:spPr>
        <a:solidFill>
          <a:srgbClr val="7030A0"/>
        </a:solidFill>
      </dgm:spPr>
      <dgm:t>
        <a:bodyPr/>
        <a:lstStyle/>
        <a:p>
          <a:r>
            <a:rPr lang="pt-BR" dirty="0" err="1">
              <a:latin typeface="Arial Black" panose="020B0A04020102020204" pitchFamily="34" charset="0"/>
            </a:rPr>
            <a:t>Adm</a:t>
          </a:r>
          <a:r>
            <a:rPr lang="pt-BR" dirty="0">
              <a:latin typeface="Arial Black" panose="020B0A04020102020204" pitchFamily="34" charset="0"/>
            </a:rPr>
            <a:t> B</a:t>
          </a:r>
        </a:p>
      </dgm:t>
    </dgm:pt>
    <dgm:pt modelId="{9CBFB3D4-1424-43CF-A8BF-D33D790931DB}" type="parTrans" cxnId="{DD9DF6FD-4D84-4BB9-B7C4-AD50A3D8481D}">
      <dgm:prSet/>
      <dgm:spPr/>
      <dgm:t>
        <a:bodyPr/>
        <a:lstStyle/>
        <a:p>
          <a:endParaRPr lang="pt-BR"/>
        </a:p>
      </dgm:t>
    </dgm:pt>
    <dgm:pt modelId="{83BF7C10-26A2-4097-86BD-2A0D7F9CE14C}" type="sibTrans" cxnId="{DD9DF6FD-4D84-4BB9-B7C4-AD50A3D8481D}">
      <dgm:prSet/>
      <dgm:spPr/>
      <dgm:t>
        <a:bodyPr/>
        <a:lstStyle/>
        <a:p>
          <a:endParaRPr lang="pt-BR"/>
        </a:p>
      </dgm:t>
    </dgm:pt>
    <dgm:pt modelId="{4939D3AD-8311-4837-8A96-2EB996838758}">
      <dgm:prSet phldrT="[Texto]"/>
      <dgm:spPr>
        <a:solidFill>
          <a:srgbClr val="7030A0"/>
        </a:solidFill>
      </dgm:spPr>
      <dgm:t>
        <a:bodyPr/>
        <a:lstStyle/>
        <a:p>
          <a:r>
            <a:rPr lang="pt-BR" dirty="0" err="1">
              <a:latin typeface="Arial Black" panose="020B0A04020102020204" pitchFamily="34" charset="0"/>
            </a:rPr>
            <a:t>Adm</a:t>
          </a:r>
          <a:r>
            <a:rPr lang="pt-BR" dirty="0">
              <a:latin typeface="Arial Black" panose="020B0A04020102020204" pitchFamily="34" charset="0"/>
            </a:rPr>
            <a:t> C</a:t>
          </a:r>
        </a:p>
      </dgm:t>
    </dgm:pt>
    <dgm:pt modelId="{BE431A9B-A7C6-4D7E-B5E1-34828894C8A2}" type="parTrans" cxnId="{8979A9D2-259F-4A05-8683-E006ECC0B7B8}">
      <dgm:prSet/>
      <dgm:spPr/>
      <dgm:t>
        <a:bodyPr/>
        <a:lstStyle/>
        <a:p>
          <a:endParaRPr lang="pt-BR"/>
        </a:p>
      </dgm:t>
    </dgm:pt>
    <dgm:pt modelId="{048AF60F-D35E-42E8-81E7-5FE79F92C69E}" type="sibTrans" cxnId="{8979A9D2-259F-4A05-8683-E006ECC0B7B8}">
      <dgm:prSet/>
      <dgm:spPr/>
      <dgm:t>
        <a:bodyPr/>
        <a:lstStyle/>
        <a:p>
          <a:endParaRPr lang="pt-BR"/>
        </a:p>
      </dgm:t>
    </dgm:pt>
    <dgm:pt modelId="{EE8C1072-8672-42B0-82F7-246AB94277B1}">
      <dgm:prSet/>
      <dgm:spPr>
        <a:solidFill>
          <a:srgbClr val="7030A0"/>
        </a:solidFill>
      </dgm:spPr>
      <dgm:t>
        <a:bodyPr/>
        <a:lstStyle/>
        <a:p>
          <a:r>
            <a:rPr lang="pt-BR" dirty="0" err="1">
              <a:latin typeface="Arial Black" panose="020B0A04020102020204" pitchFamily="34" charset="0"/>
            </a:rPr>
            <a:t>Adm</a:t>
          </a:r>
          <a:r>
            <a:rPr lang="pt-BR" dirty="0">
              <a:latin typeface="Arial Black" panose="020B0A04020102020204" pitchFamily="34" charset="0"/>
            </a:rPr>
            <a:t> D</a:t>
          </a:r>
        </a:p>
      </dgm:t>
    </dgm:pt>
    <dgm:pt modelId="{4CDE7EDA-6A24-4271-A251-2A7D63968D93}" type="parTrans" cxnId="{9EF70820-A04A-44B8-A76D-272F44E7C794}">
      <dgm:prSet/>
      <dgm:spPr/>
      <dgm:t>
        <a:bodyPr/>
        <a:lstStyle/>
        <a:p>
          <a:endParaRPr lang="pt-BR"/>
        </a:p>
      </dgm:t>
    </dgm:pt>
    <dgm:pt modelId="{9EB3D0C1-0A43-49D7-9481-AA5ACFF017E3}" type="sibTrans" cxnId="{9EF70820-A04A-44B8-A76D-272F44E7C794}">
      <dgm:prSet/>
      <dgm:spPr/>
      <dgm:t>
        <a:bodyPr/>
        <a:lstStyle/>
        <a:p>
          <a:endParaRPr lang="pt-BR"/>
        </a:p>
      </dgm:t>
    </dgm:pt>
    <dgm:pt modelId="{76DC3492-294F-41EA-89E1-723E234B5229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A1</a:t>
          </a:r>
        </a:p>
      </dgm:t>
    </dgm:pt>
    <dgm:pt modelId="{CEB520A0-7B84-4446-8C10-45CAD1A7F4EE}" type="parTrans" cxnId="{9D185B27-675A-4F74-9615-0517E2C3D599}">
      <dgm:prSet/>
      <dgm:spPr/>
      <dgm:t>
        <a:bodyPr/>
        <a:lstStyle/>
        <a:p>
          <a:endParaRPr lang="pt-BR"/>
        </a:p>
      </dgm:t>
    </dgm:pt>
    <dgm:pt modelId="{86B650B5-9251-4879-BED8-1CC6862DAB25}" type="sibTrans" cxnId="{9D185B27-675A-4F74-9615-0517E2C3D599}">
      <dgm:prSet/>
      <dgm:spPr/>
      <dgm:t>
        <a:bodyPr/>
        <a:lstStyle/>
        <a:p>
          <a:endParaRPr lang="pt-BR"/>
        </a:p>
      </dgm:t>
    </dgm:pt>
    <dgm:pt modelId="{2C39DDDB-E71B-4D3E-9F48-E4B8751C7C9D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A2</a:t>
          </a:r>
        </a:p>
      </dgm:t>
    </dgm:pt>
    <dgm:pt modelId="{6099CFDE-3C72-4C8D-90F7-E16D9939F27C}" type="parTrans" cxnId="{5420A0D9-9897-4518-9734-4712D4791AFC}">
      <dgm:prSet/>
      <dgm:spPr/>
      <dgm:t>
        <a:bodyPr/>
        <a:lstStyle/>
        <a:p>
          <a:endParaRPr lang="pt-BR"/>
        </a:p>
      </dgm:t>
    </dgm:pt>
    <dgm:pt modelId="{7E65E469-4C5A-48E1-A9DE-FAB18F4103CF}" type="sibTrans" cxnId="{5420A0D9-9897-4518-9734-4712D4791AFC}">
      <dgm:prSet/>
      <dgm:spPr/>
      <dgm:t>
        <a:bodyPr/>
        <a:lstStyle/>
        <a:p>
          <a:endParaRPr lang="pt-BR"/>
        </a:p>
      </dgm:t>
    </dgm:pt>
    <dgm:pt modelId="{6DE640D1-4CDB-4DAA-80C3-B75EAC59861E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B1</a:t>
          </a:r>
        </a:p>
      </dgm:t>
    </dgm:pt>
    <dgm:pt modelId="{EF85CCF9-5BD4-49B2-93BE-9D890C66D6EC}" type="parTrans" cxnId="{08020731-49AB-434B-85FC-A22D0766EEB0}">
      <dgm:prSet/>
      <dgm:spPr/>
      <dgm:t>
        <a:bodyPr/>
        <a:lstStyle/>
        <a:p>
          <a:endParaRPr lang="pt-BR"/>
        </a:p>
      </dgm:t>
    </dgm:pt>
    <dgm:pt modelId="{99AE625E-79B8-43BC-BF5A-F45F6AB73D33}" type="sibTrans" cxnId="{08020731-49AB-434B-85FC-A22D0766EEB0}">
      <dgm:prSet/>
      <dgm:spPr/>
      <dgm:t>
        <a:bodyPr/>
        <a:lstStyle/>
        <a:p>
          <a:endParaRPr lang="pt-BR"/>
        </a:p>
      </dgm:t>
    </dgm:pt>
    <dgm:pt modelId="{6616CFF9-169F-4D92-ABAA-FF59883C47FC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B2</a:t>
          </a:r>
        </a:p>
      </dgm:t>
    </dgm:pt>
    <dgm:pt modelId="{E3034D41-B9ED-4E7B-9BDE-7E8066E57A4E}" type="parTrans" cxnId="{6E5954CA-CBF7-4567-B85B-6D94ADBC2882}">
      <dgm:prSet/>
      <dgm:spPr/>
      <dgm:t>
        <a:bodyPr/>
        <a:lstStyle/>
        <a:p>
          <a:endParaRPr lang="pt-BR"/>
        </a:p>
      </dgm:t>
    </dgm:pt>
    <dgm:pt modelId="{A3AAEB2E-155C-44C9-9027-A6706EC8D6DE}" type="sibTrans" cxnId="{6E5954CA-CBF7-4567-B85B-6D94ADBC2882}">
      <dgm:prSet/>
      <dgm:spPr/>
      <dgm:t>
        <a:bodyPr/>
        <a:lstStyle/>
        <a:p>
          <a:endParaRPr lang="pt-BR"/>
        </a:p>
      </dgm:t>
    </dgm:pt>
    <dgm:pt modelId="{C9BCB3D3-D1F9-4A09-8280-75268A7F9DA7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C1</a:t>
          </a:r>
        </a:p>
      </dgm:t>
    </dgm:pt>
    <dgm:pt modelId="{1C89D37D-8775-42B6-8479-9A77E897AE0C}" type="parTrans" cxnId="{40741B45-4EDF-4A14-ADDC-528AE75CC36D}">
      <dgm:prSet/>
      <dgm:spPr/>
      <dgm:t>
        <a:bodyPr/>
        <a:lstStyle/>
        <a:p>
          <a:endParaRPr lang="pt-BR"/>
        </a:p>
      </dgm:t>
    </dgm:pt>
    <dgm:pt modelId="{3CC1A0C1-BD8B-47CB-9F49-EFDD95F0BB59}" type="sibTrans" cxnId="{40741B45-4EDF-4A14-ADDC-528AE75CC36D}">
      <dgm:prSet/>
      <dgm:spPr/>
      <dgm:t>
        <a:bodyPr/>
        <a:lstStyle/>
        <a:p>
          <a:endParaRPr lang="pt-BR"/>
        </a:p>
      </dgm:t>
    </dgm:pt>
    <dgm:pt modelId="{CA41210F-88E6-47C3-AA08-0426F5217553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C2</a:t>
          </a:r>
        </a:p>
      </dgm:t>
    </dgm:pt>
    <dgm:pt modelId="{7A8E15FE-B501-4AB3-9DAA-932DDC9B8B1E}" type="parTrans" cxnId="{46C9FF8D-D25E-4A26-9BD7-FC06D0AC7DEE}">
      <dgm:prSet/>
      <dgm:spPr/>
      <dgm:t>
        <a:bodyPr/>
        <a:lstStyle/>
        <a:p>
          <a:endParaRPr lang="pt-BR"/>
        </a:p>
      </dgm:t>
    </dgm:pt>
    <dgm:pt modelId="{8CAF15C9-4955-436D-A506-1706CC362939}" type="sibTrans" cxnId="{46C9FF8D-D25E-4A26-9BD7-FC06D0AC7DEE}">
      <dgm:prSet/>
      <dgm:spPr/>
      <dgm:t>
        <a:bodyPr/>
        <a:lstStyle/>
        <a:p>
          <a:endParaRPr lang="pt-BR"/>
        </a:p>
      </dgm:t>
    </dgm:pt>
    <dgm:pt modelId="{B19FB4AA-9025-49AB-AB5D-2E78B0841A42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D1</a:t>
          </a:r>
        </a:p>
      </dgm:t>
    </dgm:pt>
    <dgm:pt modelId="{B6D5F10E-EE05-4B03-9BB7-AAA8079C22C5}" type="parTrans" cxnId="{497AB935-C9A0-4505-8CF2-3DCF7E2E27DF}">
      <dgm:prSet/>
      <dgm:spPr/>
      <dgm:t>
        <a:bodyPr/>
        <a:lstStyle/>
        <a:p>
          <a:endParaRPr lang="pt-BR"/>
        </a:p>
      </dgm:t>
    </dgm:pt>
    <dgm:pt modelId="{03A3821D-41E6-4403-B943-4760B350AAA9}" type="sibTrans" cxnId="{497AB935-C9A0-4505-8CF2-3DCF7E2E27DF}">
      <dgm:prSet/>
      <dgm:spPr/>
      <dgm:t>
        <a:bodyPr/>
        <a:lstStyle/>
        <a:p>
          <a:endParaRPr lang="pt-BR"/>
        </a:p>
      </dgm:t>
    </dgm:pt>
    <dgm:pt modelId="{44910B9C-8C1B-4448-A056-AADEB80EE018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D2</a:t>
          </a:r>
        </a:p>
      </dgm:t>
    </dgm:pt>
    <dgm:pt modelId="{CCAEE248-A861-4619-8F76-F095B2D9DF53}" type="parTrans" cxnId="{0A63B0F9-8A07-4BDA-A0A8-1FDE2F6A2D03}">
      <dgm:prSet/>
      <dgm:spPr/>
      <dgm:t>
        <a:bodyPr/>
        <a:lstStyle/>
        <a:p>
          <a:endParaRPr lang="pt-BR"/>
        </a:p>
      </dgm:t>
    </dgm:pt>
    <dgm:pt modelId="{1ECF5A49-4D31-4F37-A76D-52239867F7E1}" type="sibTrans" cxnId="{0A63B0F9-8A07-4BDA-A0A8-1FDE2F6A2D03}">
      <dgm:prSet/>
      <dgm:spPr/>
      <dgm:t>
        <a:bodyPr/>
        <a:lstStyle/>
        <a:p>
          <a:endParaRPr lang="pt-BR"/>
        </a:p>
      </dgm:t>
    </dgm:pt>
    <dgm:pt modelId="{B5108BC1-F798-4E54-9588-49AB8E6D05ED}" type="pres">
      <dgm:prSet presAssocID="{A85495F4-4FB9-4014-9BD1-86DC8D14C5BC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F777104B-E561-43C2-BF16-15DDF675510B}" type="pres">
      <dgm:prSet presAssocID="{A85495F4-4FB9-4014-9BD1-86DC8D14C5BC}" presName="hierFlow" presStyleCnt="0"/>
      <dgm:spPr/>
    </dgm:pt>
    <dgm:pt modelId="{0080A5AC-94C7-40A7-ABF7-C25B652B3316}" type="pres">
      <dgm:prSet presAssocID="{A85495F4-4FB9-4014-9BD1-86DC8D14C5BC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488CAD6F-E950-4ECF-99A6-2E3C07CF2D50}" type="pres">
      <dgm:prSet presAssocID="{944DA438-E564-4577-8CC8-4B51DCB6B2D2}" presName="Name14" presStyleCnt="0"/>
      <dgm:spPr/>
    </dgm:pt>
    <dgm:pt modelId="{674C2473-48A1-4A94-B10F-461027B27611}" type="pres">
      <dgm:prSet presAssocID="{944DA438-E564-4577-8CC8-4B51DCB6B2D2}" presName="level1Shape" presStyleLbl="node0" presStyleIdx="0" presStyleCnt="1" custScaleX="109412" custScaleY="88474">
        <dgm:presLayoutVars>
          <dgm:chPref val="3"/>
        </dgm:presLayoutVars>
      </dgm:prSet>
      <dgm:spPr/>
    </dgm:pt>
    <dgm:pt modelId="{1A67B375-6012-4166-84AA-D70F949D7440}" type="pres">
      <dgm:prSet presAssocID="{944DA438-E564-4577-8CC8-4B51DCB6B2D2}" presName="hierChild2" presStyleCnt="0"/>
      <dgm:spPr/>
    </dgm:pt>
    <dgm:pt modelId="{27C6562C-C10A-459A-AE5F-435EDBEEA686}" type="pres">
      <dgm:prSet presAssocID="{5D8D9DF2-E094-40BA-A6EF-BCC80ECAF950}" presName="Name19" presStyleLbl="parChTrans1D2" presStyleIdx="0" presStyleCnt="1"/>
      <dgm:spPr/>
    </dgm:pt>
    <dgm:pt modelId="{EC3E9767-4000-4C56-B36A-3FED4100ED0D}" type="pres">
      <dgm:prSet presAssocID="{B3BDF9F1-9695-4D07-89EC-815FDA0DCA36}" presName="Name21" presStyleCnt="0"/>
      <dgm:spPr/>
    </dgm:pt>
    <dgm:pt modelId="{476F281D-A258-4C44-9E0E-18D4704B7DAC}" type="pres">
      <dgm:prSet presAssocID="{B3BDF9F1-9695-4D07-89EC-815FDA0DCA36}" presName="level2Shape" presStyleLbl="node2" presStyleIdx="0" presStyleCnt="1"/>
      <dgm:spPr/>
    </dgm:pt>
    <dgm:pt modelId="{1AE2E07C-8808-4253-83E8-5DFE140167DD}" type="pres">
      <dgm:prSet presAssocID="{B3BDF9F1-9695-4D07-89EC-815FDA0DCA36}" presName="hierChild3" presStyleCnt="0"/>
      <dgm:spPr/>
    </dgm:pt>
    <dgm:pt modelId="{E8DB52E7-B11A-450C-80B0-FB475B3EAC2E}" type="pres">
      <dgm:prSet presAssocID="{07E23B77-C785-455F-8A52-B5B2108289FD}" presName="Name19" presStyleLbl="parChTrans1D3" presStyleIdx="0" presStyleCnt="4"/>
      <dgm:spPr/>
    </dgm:pt>
    <dgm:pt modelId="{C13EC5C4-4A6C-43FD-8D6B-3F8EA412FBBB}" type="pres">
      <dgm:prSet presAssocID="{83689106-46B0-4D12-AFA0-CCB3B8C8E3BF}" presName="Name21" presStyleCnt="0"/>
      <dgm:spPr/>
    </dgm:pt>
    <dgm:pt modelId="{9759CBE3-FF51-42CA-9C96-2708391BB3D7}" type="pres">
      <dgm:prSet presAssocID="{83689106-46B0-4D12-AFA0-CCB3B8C8E3BF}" presName="level2Shape" presStyleLbl="node3" presStyleIdx="0" presStyleCnt="4"/>
      <dgm:spPr/>
    </dgm:pt>
    <dgm:pt modelId="{E73FD9B7-7602-4E2F-A179-CCA7F6F63D60}" type="pres">
      <dgm:prSet presAssocID="{83689106-46B0-4D12-AFA0-CCB3B8C8E3BF}" presName="hierChild3" presStyleCnt="0"/>
      <dgm:spPr/>
    </dgm:pt>
    <dgm:pt modelId="{C7FB4C38-DE70-4576-B1C5-753EF2FD6861}" type="pres">
      <dgm:prSet presAssocID="{CEB520A0-7B84-4446-8C10-45CAD1A7F4EE}" presName="Name19" presStyleLbl="parChTrans1D4" presStyleIdx="0" presStyleCnt="8"/>
      <dgm:spPr/>
    </dgm:pt>
    <dgm:pt modelId="{BF7C03B7-0880-4A96-A023-466EAF8D8E7C}" type="pres">
      <dgm:prSet presAssocID="{76DC3492-294F-41EA-89E1-723E234B5229}" presName="Name21" presStyleCnt="0"/>
      <dgm:spPr/>
    </dgm:pt>
    <dgm:pt modelId="{4847F662-0D9B-43BD-8436-DBA8130AB357}" type="pres">
      <dgm:prSet presAssocID="{76DC3492-294F-41EA-89E1-723E234B5229}" presName="level2Shape" presStyleLbl="node4" presStyleIdx="0" presStyleCnt="8"/>
      <dgm:spPr/>
    </dgm:pt>
    <dgm:pt modelId="{69DBC097-21EF-414B-8EB1-D75A5EFC3B22}" type="pres">
      <dgm:prSet presAssocID="{76DC3492-294F-41EA-89E1-723E234B5229}" presName="hierChild3" presStyleCnt="0"/>
      <dgm:spPr/>
    </dgm:pt>
    <dgm:pt modelId="{C420DA2B-6A91-4E90-ABF7-FAB2DC4DF1FF}" type="pres">
      <dgm:prSet presAssocID="{6099CFDE-3C72-4C8D-90F7-E16D9939F27C}" presName="Name19" presStyleLbl="parChTrans1D4" presStyleIdx="1" presStyleCnt="8"/>
      <dgm:spPr/>
    </dgm:pt>
    <dgm:pt modelId="{419A6949-E6C4-4C37-95DD-BF63F4B623D5}" type="pres">
      <dgm:prSet presAssocID="{2C39DDDB-E71B-4D3E-9F48-E4B8751C7C9D}" presName="Name21" presStyleCnt="0"/>
      <dgm:spPr/>
    </dgm:pt>
    <dgm:pt modelId="{40DC3D1E-BA60-457A-89F2-8430BE8612DC}" type="pres">
      <dgm:prSet presAssocID="{2C39DDDB-E71B-4D3E-9F48-E4B8751C7C9D}" presName="level2Shape" presStyleLbl="node4" presStyleIdx="1" presStyleCnt="8"/>
      <dgm:spPr/>
    </dgm:pt>
    <dgm:pt modelId="{2C755192-B9FD-4ED4-9B6A-91FDA20B2C6B}" type="pres">
      <dgm:prSet presAssocID="{2C39DDDB-E71B-4D3E-9F48-E4B8751C7C9D}" presName="hierChild3" presStyleCnt="0"/>
      <dgm:spPr/>
    </dgm:pt>
    <dgm:pt modelId="{E0E7A336-4DC6-4832-B4A0-AADEB5C0B4DE}" type="pres">
      <dgm:prSet presAssocID="{9CBFB3D4-1424-43CF-A8BF-D33D790931DB}" presName="Name19" presStyleLbl="parChTrans1D3" presStyleIdx="1" presStyleCnt="4"/>
      <dgm:spPr/>
    </dgm:pt>
    <dgm:pt modelId="{77EAAFBC-7407-44BF-953F-43D35C6A2E0B}" type="pres">
      <dgm:prSet presAssocID="{0A0C1633-D798-422C-8CD7-A9AAD8BB3D38}" presName="Name21" presStyleCnt="0"/>
      <dgm:spPr/>
    </dgm:pt>
    <dgm:pt modelId="{F856F848-07A8-4B89-88DC-E31AFA81B131}" type="pres">
      <dgm:prSet presAssocID="{0A0C1633-D798-422C-8CD7-A9AAD8BB3D38}" presName="level2Shape" presStyleLbl="node3" presStyleIdx="1" presStyleCnt="4" custLinFactNeighborX="-3156" custLinFactNeighborY="1578"/>
      <dgm:spPr/>
    </dgm:pt>
    <dgm:pt modelId="{4B630C11-DF3F-4471-A663-493140DAE263}" type="pres">
      <dgm:prSet presAssocID="{0A0C1633-D798-422C-8CD7-A9AAD8BB3D38}" presName="hierChild3" presStyleCnt="0"/>
      <dgm:spPr/>
    </dgm:pt>
    <dgm:pt modelId="{45D209C0-A94D-4EC0-A50C-A0E1DB1A547D}" type="pres">
      <dgm:prSet presAssocID="{EF85CCF9-5BD4-49B2-93BE-9D890C66D6EC}" presName="Name19" presStyleLbl="parChTrans1D4" presStyleIdx="2" presStyleCnt="8"/>
      <dgm:spPr/>
    </dgm:pt>
    <dgm:pt modelId="{D246E506-78CE-46AF-93C3-E26D3414B7B2}" type="pres">
      <dgm:prSet presAssocID="{6DE640D1-4CDB-4DAA-80C3-B75EAC59861E}" presName="Name21" presStyleCnt="0"/>
      <dgm:spPr/>
    </dgm:pt>
    <dgm:pt modelId="{4AA32C75-9892-4ADD-B863-4C86E81759FB}" type="pres">
      <dgm:prSet presAssocID="{6DE640D1-4CDB-4DAA-80C3-B75EAC59861E}" presName="level2Shape" presStyleLbl="node4" presStyleIdx="2" presStyleCnt="8"/>
      <dgm:spPr/>
    </dgm:pt>
    <dgm:pt modelId="{E2781459-3BBC-48FF-A873-EC58FC2F3027}" type="pres">
      <dgm:prSet presAssocID="{6DE640D1-4CDB-4DAA-80C3-B75EAC59861E}" presName="hierChild3" presStyleCnt="0"/>
      <dgm:spPr/>
    </dgm:pt>
    <dgm:pt modelId="{CC6DBEF0-E5E8-4F2B-A54D-8095DDD6092F}" type="pres">
      <dgm:prSet presAssocID="{E3034D41-B9ED-4E7B-9BDE-7E8066E57A4E}" presName="Name19" presStyleLbl="parChTrans1D4" presStyleIdx="3" presStyleCnt="8"/>
      <dgm:spPr/>
    </dgm:pt>
    <dgm:pt modelId="{C96EE1F1-400C-4EF7-BA5C-BC5DEC0F4BFF}" type="pres">
      <dgm:prSet presAssocID="{6616CFF9-169F-4D92-ABAA-FF59883C47FC}" presName="Name21" presStyleCnt="0"/>
      <dgm:spPr/>
    </dgm:pt>
    <dgm:pt modelId="{99530E4A-8F47-4855-949A-874466B5977E}" type="pres">
      <dgm:prSet presAssocID="{6616CFF9-169F-4D92-ABAA-FF59883C47FC}" presName="level2Shape" presStyleLbl="node4" presStyleIdx="3" presStyleCnt="8"/>
      <dgm:spPr/>
    </dgm:pt>
    <dgm:pt modelId="{378AEEFF-13AE-4B12-AE1F-95F5116083AE}" type="pres">
      <dgm:prSet presAssocID="{6616CFF9-169F-4D92-ABAA-FF59883C47FC}" presName="hierChild3" presStyleCnt="0"/>
      <dgm:spPr/>
    </dgm:pt>
    <dgm:pt modelId="{FED4A75C-8CEF-434A-9AB4-48DBB88B75B8}" type="pres">
      <dgm:prSet presAssocID="{BE431A9B-A7C6-4D7E-B5E1-34828894C8A2}" presName="Name19" presStyleLbl="parChTrans1D3" presStyleIdx="2" presStyleCnt="4"/>
      <dgm:spPr/>
    </dgm:pt>
    <dgm:pt modelId="{E7D59799-98A9-425A-99D8-A29D5121AB46}" type="pres">
      <dgm:prSet presAssocID="{4939D3AD-8311-4837-8A96-2EB996838758}" presName="Name21" presStyleCnt="0"/>
      <dgm:spPr/>
    </dgm:pt>
    <dgm:pt modelId="{DE3DDD7A-2BA9-4418-9036-D21463086D8F}" type="pres">
      <dgm:prSet presAssocID="{4939D3AD-8311-4837-8A96-2EB996838758}" presName="level2Shape" presStyleLbl="node3" presStyleIdx="2" presStyleCnt="4" custLinFactNeighborX="-3156" custLinFactNeighborY="1578"/>
      <dgm:spPr/>
    </dgm:pt>
    <dgm:pt modelId="{1774D5B2-3105-4D84-B13D-F5B88464BE83}" type="pres">
      <dgm:prSet presAssocID="{4939D3AD-8311-4837-8A96-2EB996838758}" presName="hierChild3" presStyleCnt="0"/>
      <dgm:spPr/>
    </dgm:pt>
    <dgm:pt modelId="{F1798BD9-807F-4187-A3A8-EB2C7C21E500}" type="pres">
      <dgm:prSet presAssocID="{1C89D37D-8775-42B6-8479-9A77E897AE0C}" presName="Name19" presStyleLbl="parChTrans1D4" presStyleIdx="4" presStyleCnt="8"/>
      <dgm:spPr/>
    </dgm:pt>
    <dgm:pt modelId="{EA52E279-6EA6-4FE7-ABCB-2F209C245A8B}" type="pres">
      <dgm:prSet presAssocID="{C9BCB3D3-D1F9-4A09-8280-75268A7F9DA7}" presName="Name21" presStyleCnt="0"/>
      <dgm:spPr/>
    </dgm:pt>
    <dgm:pt modelId="{D2D3401A-F084-442C-87DB-90513621C864}" type="pres">
      <dgm:prSet presAssocID="{C9BCB3D3-D1F9-4A09-8280-75268A7F9DA7}" presName="level2Shape" presStyleLbl="node4" presStyleIdx="4" presStyleCnt="8"/>
      <dgm:spPr/>
    </dgm:pt>
    <dgm:pt modelId="{07511BB1-C4C2-4290-ADF8-E5600C800ECD}" type="pres">
      <dgm:prSet presAssocID="{C9BCB3D3-D1F9-4A09-8280-75268A7F9DA7}" presName="hierChild3" presStyleCnt="0"/>
      <dgm:spPr/>
    </dgm:pt>
    <dgm:pt modelId="{6D43192E-FC72-4576-894D-3B2E8D17CBE2}" type="pres">
      <dgm:prSet presAssocID="{7A8E15FE-B501-4AB3-9DAA-932DDC9B8B1E}" presName="Name19" presStyleLbl="parChTrans1D4" presStyleIdx="5" presStyleCnt="8"/>
      <dgm:spPr/>
    </dgm:pt>
    <dgm:pt modelId="{B5634AB8-E1C0-425D-B948-14C377D282CE}" type="pres">
      <dgm:prSet presAssocID="{CA41210F-88E6-47C3-AA08-0426F5217553}" presName="Name21" presStyleCnt="0"/>
      <dgm:spPr/>
    </dgm:pt>
    <dgm:pt modelId="{FE0B355D-CA5B-4B61-BD2B-5BDF6106F36E}" type="pres">
      <dgm:prSet presAssocID="{CA41210F-88E6-47C3-AA08-0426F5217553}" presName="level2Shape" presStyleLbl="node4" presStyleIdx="5" presStyleCnt="8"/>
      <dgm:spPr/>
    </dgm:pt>
    <dgm:pt modelId="{6C32BC59-B284-45A2-B6C5-320F370844C5}" type="pres">
      <dgm:prSet presAssocID="{CA41210F-88E6-47C3-AA08-0426F5217553}" presName="hierChild3" presStyleCnt="0"/>
      <dgm:spPr/>
    </dgm:pt>
    <dgm:pt modelId="{A525126C-DEC1-4377-A39E-9E6940A6EFC5}" type="pres">
      <dgm:prSet presAssocID="{4CDE7EDA-6A24-4271-A251-2A7D63968D93}" presName="Name19" presStyleLbl="parChTrans1D3" presStyleIdx="3" presStyleCnt="4"/>
      <dgm:spPr/>
    </dgm:pt>
    <dgm:pt modelId="{E5113E54-F5BF-4960-8ECD-793297ABB7F2}" type="pres">
      <dgm:prSet presAssocID="{EE8C1072-8672-42B0-82F7-246AB94277B1}" presName="Name21" presStyleCnt="0"/>
      <dgm:spPr/>
    </dgm:pt>
    <dgm:pt modelId="{C661AE6A-6ABD-4091-A990-A041930C7220}" type="pres">
      <dgm:prSet presAssocID="{EE8C1072-8672-42B0-82F7-246AB94277B1}" presName="level2Shape" presStyleLbl="node3" presStyleIdx="3" presStyleCnt="4"/>
      <dgm:spPr/>
    </dgm:pt>
    <dgm:pt modelId="{8E006D33-B3C5-4E56-B095-7C9E2DD7BE3A}" type="pres">
      <dgm:prSet presAssocID="{EE8C1072-8672-42B0-82F7-246AB94277B1}" presName="hierChild3" presStyleCnt="0"/>
      <dgm:spPr/>
    </dgm:pt>
    <dgm:pt modelId="{064D8FB8-BF37-4B3D-93C4-1E4A2806315E}" type="pres">
      <dgm:prSet presAssocID="{B6D5F10E-EE05-4B03-9BB7-AAA8079C22C5}" presName="Name19" presStyleLbl="parChTrans1D4" presStyleIdx="6" presStyleCnt="8"/>
      <dgm:spPr/>
    </dgm:pt>
    <dgm:pt modelId="{2E15A50E-845C-47CA-BBDF-AB06DE04E250}" type="pres">
      <dgm:prSet presAssocID="{B19FB4AA-9025-49AB-AB5D-2E78B0841A42}" presName="Name21" presStyleCnt="0"/>
      <dgm:spPr/>
    </dgm:pt>
    <dgm:pt modelId="{64485D06-8FD6-4A1E-B576-9A396170DBD1}" type="pres">
      <dgm:prSet presAssocID="{B19FB4AA-9025-49AB-AB5D-2E78B0841A42}" presName="level2Shape" presStyleLbl="node4" presStyleIdx="6" presStyleCnt="8"/>
      <dgm:spPr/>
    </dgm:pt>
    <dgm:pt modelId="{062F1CCE-527F-43C3-B773-9496E2CC6BD7}" type="pres">
      <dgm:prSet presAssocID="{B19FB4AA-9025-49AB-AB5D-2E78B0841A42}" presName="hierChild3" presStyleCnt="0"/>
      <dgm:spPr/>
    </dgm:pt>
    <dgm:pt modelId="{45C3BA89-FC10-4B63-96C0-C9648CEADE9B}" type="pres">
      <dgm:prSet presAssocID="{CCAEE248-A861-4619-8F76-F095B2D9DF53}" presName="Name19" presStyleLbl="parChTrans1D4" presStyleIdx="7" presStyleCnt="8"/>
      <dgm:spPr/>
    </dgm:pt>
    <dgm:pt modelId="{7103377D-E803-4F8A-B47A-AB502B91A5E9}" type="pres">
      <dgm:prSet presAssocID="{44910B9C-8C1B-4448-A056-AADEB80EE018}" presName="Name21" presStyleCnt="0"/>
      <dgm:spPr/>
    </dgm:pt>
    <dgm:pt modelId="{DDF3BE90-E1DC-4C29-9321-9A80B69BF08C}" type="pres">
      <dgm:prSet presAssocID="{44910B9C-8C1B-4448-A056-AADEB80EE018}" presName="level2Shape" presStyleLbl="node4" presStyleIdx="7" presStyleCnt="8"/>
      <dgm:spPr/>
    </dgm:pt>
    <dgm:pt modelId="{F4DA5E54-09B3-41D9-8DB6-250D34E193E3}" type="pres">
      <dgm:prSet presAssocID="{44910B9C-8C1B-4448-A056-AADEB80EE018}" presName="hierChild3" presStyleCnt="0"/>
      <dgm:spPr/>
    </dgm:pt>
    <dgm:pt modelId="{0286C3B6-F434-42CA-8794-946FA485742A}" type="pres">
      <dgm:prSet presAssocID="{A85495F4-4FB9-4014-9BD1-86DC8D14C5BC}" presName="bgShapesFlow" presStyleCnt="0"/>
      <dgm:spPr/>
    </dgm:pt>
  </dgm:ptLst>
  <dgm:cxnLst>
    <dgm:cxn modelId="{05AB4B1B-53E2-4A70-89BC-30F07F94CDA7}" type="presOf" srcId="{4CDE7EDA-6A24-4271-A251-2A7D63968D93}" destId="{A525126C-DEC1-4377-A39E-9E6940A6EFC5}" srcOrd="0" destOrd="0" presId="urn:microsoft.com/office/officeart/2005/8/layout/hierarchy6"/>
    <dgm:cxn modelId="{A609EB1C-0293-4CA3-B16E-AF296493D3EC}" srcId="{944DA438-E564-4577-8CC8-4B51DCB6B2D2}" destId="{B3BDF9F1-9695-4D07-89EC-815FDA0DCA36}" srcOrd="0" destOrd="0" parTransId="{5D8D9DF2-E094-40BA-A6EF-BCC80ECAF950}" sibTransId="{94AB6097-4BCA-4BD7-A969-165421F87C94}"/>
    <dgm:cxn modelId="{9EF70820-A04A-44B8-A76D-272F44E7C794}" srcId="{B3BDF9F1-9695-4D07-89EC-815FDA0DCA36}" destId="{EE8C1072-8672-42B0-82F7-246AB94277B1}" srcOrd="3" destOrd="0" parTransId="{4CDE7EDA-6A24-4271-A251-2A7D63968D93}" sibTransId="{9EB3D0C1-0A43-49D7-9481-AA5ACFF017E3}"/>
    <dgm:cxn modelId="{A83A7D24-4D74-4002-9A16-18DFA919AF8A}" type="presOf" srcId="{83689106-46B0-4D12-AFA0-CCB3B8C8E3BF}" destId="{9759CBE3-FF51-42CA-9C96-2708391BB3D7}" srcOrd="0" destOrd="0" presId="urn:microsoft.com/office/officeart/2005/8/layout/hierarchy6"/>
    <dgm:cxn modelId="{E78EDB24-B261-4AD3-A3D1-09B04F5225B7}" type="presOf" srcId="{EE8C1072-8672-42B0-82F7-246AB94277B1}" destId="{C661AE6A-6ABD-4091-A990-A041930C7220}" srcOrd="0" destOrd="0" presId="urn:microsoft.com/office/officeart/2005/8/layout/hierarchy6"/>
    <dgm:cxn modelId="{9D185B27-675A-4F74-9615-0517E2C3D599}" srcId="{83689106-46B0-4D12-AFA0-CCB3B8C8E3BF}" destId="{76DC3492-294F-41EA-89E1-723E234B5229}" srcOrd="0" destOrd="0" parTransId="{CEB520A0-7B84-4446-8C10-45CAD1A7F4EE}" sibTransId="{86B650B5-9251-4879-BED8-1CC6862DAB25}"/>
    <dgm:cxn modelId="{25157A29-3A92-4E71-9D02-3064E2D07525}" type="presOf" srcId="{C9BCB3D3-D1F9-4A09-8280-75268A7F9DA7}" destId="{D2D3401A-F084-442C-87DB-90513621C864}" srcOrd="0" destOrd="0" presId="urn:microsoft.com/office/officeart/2005/8/layout/hierarchy6"/>
    <dgm:cxn modelId="{08020731-49AB-434B-85FC-A22D0766EEB0}" srcId="{0A0C1633-D798-422C-8CD7-A9AAD8BB3D38}" destId="{6DE640D1-4CDB-4DAA-80C3-B75EAC59861E}" srcOrd="0" destOrd="0" parTransId="{EF85CCF9-5BD4-49B2-93BE-9D890C66D6EC}" sibTransId="{99AE625E-79B8-43BC-BF5A-F45F6AB73D33}"/>
    <dgm:cxn modelId="{497AB935-C9A0-4505-8CF2-3DCF7E2E27DF}" srcId="{EE8C1072-8672-42B0-82F7-246AB94277B1}" destId="{B19FB4AA-9025-49AB-AB5D-2E78B0841A42}" srcOrd="0" destOrd="0" parTransId="{B6D5F10E-EE05-4B03-9BB7-AAA8079C22C5}" sibTransId="{03A3821D-41E6-4403-B943-4760B350AAA9}"/>
    <dgm:cxn modelId="{93B80C5E-11E5-4328-97C3-FAEBA38894DC}" type="presOf" srcId="{A85495F4-4FB9-4014-9BD1-86DC8D14C5BC}" destId="{B5108BC1-F798-4E54-9588-49AB8E6D05ED}" srcOrd="0" destOrd="0" presId="urn:microsoft.com/office/officeart/2005/8/layout/hierarchy6"/>
    <dgm:cxn modelId="{27725D63-D416-4AEA-8E3C-7A9D2286CD54}" type="presOf" srcId="{6DE640D1-4CDB-4DAA-80C3-B75EAC59861E}" destId="{4AA32C75-9892-4ADD-B863-4C86E81759FB}" srcOrd="0" destOrd="0" presId="urn:microsoft.com/office/officeart/2005/8/layout/hierarchy6"/>
    <dgm:cxn modelId="{40741B45-4EDF-4A14-ADDC-528AE75CC36D}" srcId="{4939D3AD-8311-4837-8A96-2EB996838758}" destId="{C9BCB3D3-D1F9-4A09-8280-75268A7F9DA7}" srcOrd="0" destOrd="0" parTransId="{1C89D37D-8775-42B6-8479-9A77E897AE0C}" sibTransId="{3CC1A0C1-BD8B-47CB-9F49-EFDD95F0BB59}"/>
    <dgm:cxn modelId="{84A84545-B3E5-4884-A28E-1C34AE645EE5}" type="presOf" srcId="{7A8E15FE-B501-4AB3-9DAA-932DDC9B8B1E}" destId="{6D43192E-FC72-4576-894D-3B2E8D17CBE2}" srcOrd="0" destOrd="0" presId="urn:microsoft.com/office/officeart/2005/8/layout/hierarchy6"/>
    <dgm:cxn modelId="{146CBC69-66D4-4249-9297-7C3BD41081F5}" type="presOf" srcId="{CEB520A0-7B84-4446-8C10-45CAD1A7F4EE}" destId="{C7FB4C38-DE70-4576-B1C5-753EF2FD6861}" srcOrd="0" destOrd="0" presId="urn:microsoft.com/office/officeart/2005/8/layout/hierarchy6"/>
    <dgm:cxn modelId="{FFE1516A-100B-4835-893A-3831D56BED90}" type="presOf" srcId="{1C89D37D-8775-42B6-8479-9A77E897AE0C}" destId="{F1798BD9-807F-4187-A3A8-EB2C7C21E500}" srcOrd="0" destOrd="0" presId="urn:microsoft.com/office/officeart/2005/8/layout/hierarchy6"/>
    <dgm:cxn modelId="{ECD3506B-E83B-4055-BEE8-5D59203CBF8F}" type="presOf" srcId="{CA41210F-88E6-47C3-AA08-0426F5217553}" destId="{FE0B355D-CA5B-4B61-BD2B-5BDF6106F36E}" srcOrd="0" destOrd="0" presId="urn:microsoft.com/office/officeart/2005/8/layout/hierarchy6"/>
    <dgm:cxn modelId="{9EC68455-C6EB-4B5B-A161-3666DE838078}" srcId="{A85495F4-4FB9-4014-9BD1-86DC8D14C5BC}" destId="{944DA438-E564-4577-8CC8-4B51DCB6B2D2}" srcOrd="0" destOrd="0" parTransId="{E1055868-98CB-4ACA-BDD9-94C8572F8902}" sibTransId="{CBC0464F-7B39-4593-87CB-0486F85187D5}"/>
    <dgm:cxn modelId="{A95AED56-C0A1-4760-9103-3110A3052B1A}" type="presOf" srcId="{6099CFDE-3C72-4C8D-90F7-E16D9939F27C}" destId="{C420DA2B-6A91-4E90-ABF7-FAB2DC4DF1FF}" srcOrd="0" destOrd="0" presId="urn:microsoft.com/office/officeart/2005/8/layout/hierarchy6"/>
    <dgm:cxn modelId="{3D70297D-8FF9-47DB-9051-2A3E3C5CED1E}" type="presOf" srcId="{0A0C1633-D798-422C-8CD7-A9AAD8BB3D38}" destId="{F856F848-07A8-4B89-88DC-E31AFA81B131}" srcOrd="0" destOrd="0" presId="urn:microsoft.com/office/officeart/2005/8/layout/hierarchy6"/>
    <dgm:cxn modelId="{8DE62285-671E-4C3D-9108-83753B0643CE}" type="presOf" srcId="{6616CFF9-169F-4D92-ABAA-FF59883C47FC}" destId="{99530E4A-8F47-4855-949A-874466B5977E}" srcOrd="0" destOrd="0" presId="urn:microsoft.com/office/officeart/2005/8/layout/hierarchy6"/>
    <dgm:cxn modelId="{9F71C288-B374-4920-8D63-D645A4EE8F00}" type="presOf" srcId="{BE431A9B-A7C6-4D7E-B5E1-34828894C8A2}" destId="{FED4A75C-8CEF-434A-9AB4-48DBB88B75B8}" srcOrd="0" destOrd="0" presId="urn:microsoft.com/office/officeart/2005/8/layout/hierarchy6"/>
    <dgm:cxn modelId="{74FADA8A-6CB3-4036-82D9-1C1E83ED49E9}" type="presOf" srcId="{E3034D41-B9ED-4E7B-9BDE-7E8066E57A4E}" destId="{CC6DBEF0-E5E8-4F2B-A54D-8095DDD6092F}" srcOrd="0" destOrd="0" presId="urn:microsoft.com/office/officeart/2005/8/layout/hierarchy6"/>
    <dgm:cxn modelId="{46C9FF8D-D25E-4A26-9BD7-FC06D0AC7DEE}" srcId="{4939D3AD-8311-4837-8A96-2EB996838758}" destId="{CA41210F-88E6-47C3-AA08-0426F5217553}" srcOrd="1" destOrd="0" parTransId="{7A8E15FE-B501-4AB3-9DAA-932DDC9B8B1E}" sibTransId="{8CAF15C9-4955-436D-A506-1706CC362939}"/>
    <dgm:cxn modelId="{5F2D6E8E-5ED5-4032-865B-300FABA440D4}" type="presOf" srcId="{2C39DDDB-E71B-4D3E-9F48-E4B8751C7C9D}" destId="{40DC3D1E-BA60-457A-89F2-8430BE8612DC}" srcOrd="0" destOrd="0" presId="urn:microsoft.com/office/officeart/2005/8/layout/hierarchy6"/>
    <dgm:cxn modelId="{34D4D893-ED30-4B49-80B2-689A324E374C}" type="presOf" srcId="{9CBFB3D4-1424-43CF-A8BF-D33D790931DB}" destId="{E0E7A336-4DC6-4832-B4A0-AADEB5C0B4DE}" srcOrd="0" destOrd="0" presId="urn:microsoft.com/office/officeart/2005/8/layout/hierarchy6"/>
    <dgm:cxn modelId="{1D6A1E9F-E1BB-4389-9045-BC8ADE84EBBA}" type="presOf" srcId="{4939D3AD-8311-4837-8A96-2EB996838758}" destId="{DE3DDD7A-2BA9-4418-9036-D21463086D8F}" srcOrd="0" destOrd="0" presId="urn:microsoft.com/office/officeart/2005/8/layout/hierarchy6"/>
    <dgm:cxn modelId="{391DE8A7-1059-4B10-B497-C39C9C442F59}" srcId="{B3BDF9F1-9695-4D07-89EC-815FDA0DCA36}" destId="{83689106-46B0-4D12-AFA0-CCB3B8C8E3BF}" srcOrd="0" destOrd="0" parTransId="{07E23B77-C785-455F-8A52-B5B2108289FD}" sibTransId="{073CEFC1-3ED2-4CFD-8FCA-CEFC86999109}"/>
    <dgm:cxn modelId="{BA0977AA-8A15-439A-A606-7096D0BB6200}" type="presOf" srcId="{5D8D9DF2-E094-40BA-A6EF-BCC80ECAF950}" destId="{27C6562C-C10A-459A-AE5F-435EDBEEA686}" srcOrd="0" destOrd="0" presId="urn:microsoft.com/office/officeart/2005/8/layout/hierarchy6"/>
    <dgm:cxn modelId="{FE1D76AB-DF77-472D-8833-0795D6DD2141}" type="presOf" srcId="{44910B9C-8C1B-4448-A056-AADEB80EE018}" destId="{DDF3BE90-E1DC-4C29-9321-9A80B69BF08C}" srcOrd="0" destOrd="0" presId="urn:microsoft.com/office/officeart/2005/8/layout/hierarchy6"/>
    <dgm:cxn modelId="{5A717DB0-9E61-4658-8F41-25B1242EE505}" type="presOf" srcId="{07E23B77-C785-455F-8A52-B5B2108289FD}" destId="{E8DB52E7-B11A-450C-80B0-FB475B3EAC2E}" srcOrd="0" destOrd="0" presId="urn:microsoft.com/office/officeart/2005/8/layout/hierarchy6"/>
    <dgm:cxn modelId="{E31905C1-56EF-43E5-9453-B329987359F1}" type="presOf" srcId="{CCAEE248-A861-4619-8F76-F095B2D9DF53}" destId="{45C3BA89-FC10-4B63-96C0-C9648CEADE9B}" srcOrd="0" destOrd="0" presId="urn:microsoft.com/office/officeart/2005/8/layout/hierarchy6"/>
    <dgm:cxn modelId="{6E5954CA-CBF7-4567-B85B-6D94ADBC2882}" srcId="{0A0C1633-D798-422C-8CD7-A9AAD8BB3D38}" destId="{6616CFF9-169F-4D92-ABAA-FF59883C47FC}" srcOrd="1" destOrd="0" parTransId="{E3034D41-B9ED-4E7B-9BDE-7E8066E57A4E}" sibTransId="{A3AAEB2E-155C-44C9-9027-A6706EC8D6DE}"/>
    <dgm:cxn modelId="{654238D1-B73E-4EFE-ADCE-DFA7A4BF69BA}" type="presOf" srcId="{B19FB4AA-9025-49AB-AB5D-2E78B0841A42}" destId="{64485D06-8FD6-4A1E-B576-9A396170DBD1}" srcOrd="0" destOrd="0" presId="urn:microsoft.com/office/officeart/2005/8/layout/hierarchy6"/>
    <dgm:cxn modelId="{8979A9D2-259F-4A05-8683-E006ECC0B7B8}" srcId="{B3BDF9F1-9695-4D07-89EC-815FDA0DCA36}" destId="{4939D3AD-8311-4837-8A96-2EB996838758}" srcOrd="2" destOrd="0" parTransId="{BE431A9B-A7C6-4D7E-B5E1-34828894C8A2}" sibTransId="{048AF60F-D35E-42E8-81E7-5FE79F92C69E}"/>
    <dgm:cxn modelId="{136858D9-F3D2-4588-BAAB-E35B59192908}" type="presOf" srcId="{EF85CCF9-5BD4-49B2-93BE-9D890C66D6EC}" destId="{45D209C0-A94D-4EC0-A50C-A0E1DB1A547D}" srcOrd="0" destOrd="0" presId="urn:microsoft.com/office/officeart/2005/8/layout/hierarchy6"/>
    <dgm:cxn modelId="{5420A0D9-9897-4518-9734-4712D4791AFC}" srcId="{83689106-46B0-4D12-AFA0-CCB3B8C8E3BF}" destId="{2C39DDDB-E71B-4D3E-9F48-E4B8751C7C9D}" srcOrd="1" destOrd="0" parTransId="{6099CFDE-3C72-4C8D-90F7-E16D9939F27C}" sibTransId="{7E65E469-4C5A-48E1-A9DE-FAB18F4103CF}"/>
    <dgm:cxn modelId="{EA0D39E2-947C-4576-8191-1234D87611DD}" type="presOf" srcId="{B6D5F10E-EE05-4B03-9BB7-AAA8079C22C5}" destId="{064D8FB8-BF37-4B3D-93C4-1E4A2806315E}" srcOrd="0" destOrd="0" presId="urn:microsoft.com/office/officeart/2005/8/layout/hierarchy6"/>
    <dgm:cxn modelId="{23CEA0EF-6178-4A92-B65A-4790AE7E826A}" type="presOf" srcId="{944DA438-E564-4577-8CC8-4B51DCB6B2D2}" destId="{674C2473-48A1-4A94-B10F-461027B27611}" srcOrd="0" destOrd="0" presId="urn:microsoft.com/office/officeart/2005/8/layout/hierarchy6"/>
    <dgm:cxn modelId="{798182F0-22ED-4CF7-823A-1DE0B8B8EB05}" type="presOf" srcId="{B3BDF9F1-9695-4D07-89EC-815FDA0DCA36}" destId="{476F281D-A258-4C44-9E0E-18D4704B7DAC}" srcOrd="0" destOrd="0" presId="urn:microsoft.com/office/officeart/2005/8/layout/hierarchy6"/>
    <dgm:cxn modelId="{BA0358F8-4194-4FBC-9658-343B46C378C2}" type="presOf" srcId="{76DC3492-294F-41EA-89E1-723E234B5229}" destId="{4847F662-0D9B-43BD-8436-DBA8130AB357}" srcOrd="0" destOrd="0" presId="urn:microsoft.com/office/officeart/2005/8/layout/hierarchy6"/>
    <dgm:cxn modelId="{0A63B0F9-8A07-4BDA-A0A8-1FDE2F6A2D03}" srcId="{EE8C1072-8672-42B0-82F7-246AB94277B1}" destId="{44910B9C-8C1B-4448-A056-AADEB80EE018}" srcOrd="1" destOrd="0" parTransId="{CCAEE248-A861-4619-8F76-F095B2D9DF53}" sibTransId="{1ECF5A49-4D31-4F37-A76D-52239867F7E1}"/>
    <dgm:cxn modelId="{DD9DF6FD-4D84-4BB9-B7C4-AD50A3D8481D}" srcId="{B3BDF9F1-9695-4D07-89EC-815FDA0DCA36}" destId="{0A0C1633-D798-422C-8CD7-A9AAD8BB3D38}" srcOrd="1" destOrd="0" parTransId="{9CBFB3D4-1424-43CF-A8BF-D33D790931DB}" sibTransId="{83BF7C10-26A2-4097-86BD-2A0D7F9CE14C}"/>
    <dgm:cxn modelId="{8878A091-ADCF-493C-985A-9F27B2F270D3}" type="presParOf" srcId="{B5108BC1-F798-4E54-9588-49AB8E6D05ED}" destId="{F777104B-E561-43C2-BF16-15DDF675510B}" srcOrd="0" destOrd="0" presId="urn:microsoft.com/office/officeart/2005/8/layout/hierarchy6"/>
    <dgm:cxn modelId="{AE4DBF65-078B-4937-AEE4-C559BEF854DB}" type="presParOf" srcId="{F777104B-E561-43C2-BF16-15DDF675510B}" destId="{0080A5AC-94C7-40A7-ABF7-C25B652B3316}" srcOrd="0" destOrd="0" presId="urn:microsoft.com/office/officeart/2005/8/layout/hierarchy6"/>
    <dgm:cxn modelId="{9D488136-C06C-4027-B9B5-EDBE07DD49AD}" type="presParOf" srcId="{0080A5AC-94C7-40A7-ABF7-C25B652B3316}" destId="{488CAD6F-E950-4ECF-99A6-2E3C07CF2D50}" srcOrd="0" destOrd="0" presId="urn:microsoft.com/office/officeart/2005/8/layout/hierarchy6"/>
    <dgm:cxn modelId="{CF0EF727-7A47-47B0-86A8-B05B197FA06A}" type="presParOf" srcId="{488CAD6F-E950-4ECF-99A6-2E3C07CF2D50}" destId="{674C2473-48A1-4A94-B10F-461027B27611}" srcOrd="0" destOrd="0" presId="urn:microsoft.com/office/officeart/2005/8/layout/hierarchy6"/>
    <dgm:cxn modelId="{C79AB7D8-3223-410B-8451-C31640E892E5}" type="presParOf" srcId="{488CAD6F-E950-4ECF-99A6-2E3C07CF2D50}" destId="{1A67B375-6012-4166-84AA-D70F949D7440}" srcOrd="1" destOrd="0" presId="urn:microsoft.com/office/officeart/2005/8/layout/hierarchy6"/>
    <dgm:cxn modelId="{0412794B-F250-46E8-BC5C-CBA4A1470FBE}" type="presParOf" srcId="{1A67B375-6012-4166-84AA-D70F949D7440}" destId="{27C6562C-C10A-459A-AE5F-435EDBEEA686}" srcOrd="0" destOrd="0" presId="urn:microsoft.com/office/officeart/2005/8/layout/hierarchy6"/>
    <dgm:cxn modelId="{0EDA8DEB-B10B-428E-A425-B55B5DBCE99C}" type="presParOf" srcId="{1A67B375-6012-4166-84AA-D70F949D7440}" destId="{EC3E9767-4000-4C56-B36A-3FED4100ED0D}" srcOrd="1" destOrd="0" presId="urn:microsoft.com/office/officeart/2005/8/layout/hierarchy6"/>
    <dgm:cxn modelId="{2D7D304A-D429-4182-A6DB-F20A5DB86217}" type="presParOf" srcId="{EC3E9767-4000-4C56-B36A-3FED4100ED0D}" destId="{476F281D-A258-4C44-9E0E-18D4704B7DAC}" srcOrd="0" destOrd="0" presId="urn:microsoft.com/office/officeart/2005/8/layout/hierarchy6"/>
    <dgm:cxn modelId="{9A2378FA-53C8-4524-A6E8-CC272D801FFF}" type="presParOf" srcId="{EC3E9767-4000-4C56-B36A-3FED4100ED0D}" destId="{1AE2E07C-8808-4253-83E8-5DFE140167DD}" srcOrd="1" destOrd="0" presId="urn:microsoft.com/office/officeart/2005/8/layout/hierarchy6"/>
    <dgm:cxn modelId="{EF2F0E9F-94F8-4E67-B73F-99720602E716}" type="presParOf" srcId="{1AE2E07C-8808-4253-83E8-5DFE140167DD}" destId="{E8DB52E7-B11A-450C-80B0-FB475B3EAC2E}" srcOrd="0" destOrd="0" presId="urn:microsoft.com/office/officeart/2005/8/layout/hierarchy6"/>
    <dgm:cxn modelId="{347028D6-4EB7-46CD-BC95-02C608ADC35F}" type="presParOf" srcId="{1AE2E07C-8808-4253-83E8-5DFE140167DD}" destId="{C13EC5C4-4A6C-43FD-8D6B-3F8EA412FBBB}" srcOrd="1" destOrd="0" presId="urn:microsoft.com/office/officeart/2005/8/layout/hierarchy6"/>
    <dgm:cxn modelId="{EC55154C-29D9-48E8-9A34-3850AE8896B8}" type="presParOf" srcId="{C13EC5C4-4A6C-43FD-8D6B-3F8EA412FBBB}" destId="{9759CBE3-FF51-42CA-9C96-2708391BB3D7}" srcOrd="0" destOrd="0" presId="urn:microsoft.com/office/officeart/2005/8/layout/hierarchy6"/>
    <dgm:cxn modelId="{BCCF21DE-BFED-4621-8576-A4B8581413E0}" type="presParOf" srcId="{C13EC5C4-4A6C-43FD-8D6B-3F8EA412FBBB}" destId="{E73FD9B7-7602-4E2F-A179-CCA7F6F63D60}" srcOrd="1" destOrd="0" presId="urn:microsoft.com/office/officeart/2005/8/layout/hierarchy6"/>
    <dgm:cxn modelId="{4C12F3B0-B67B-4865-B80C-3F20393620FC}" type="presParOf" srcId="{E73FD9B7-7602-4E2F-A179-CCA7F6F63D60}" destId="{C7FB4C38-DE70-4576-B1C5-753EF2FD6861}" srcOrd="0" destOrd="0" presId="urn:microsoft.com/office/officeart/2005/8/layout/hierarchy6"/>
    <dgm:cxn modelId="{5C1C7328-AF0C-413E-B6E3-F9E8FAE3B91B}" type="presParOf" srcId="{E73FD9B7-7602-4E2F-A179-CCA7F6F63D60}" destId="{BF7C03B7-0880-4A96-A023-466EAF8D8E7C}" srcOrd="1" destOrd="0" presId="urn:microsoft.com/office/officeart/2005/8/layout/hierarchy6"/>
    <dgm:cxn modelId="{F196F288-926F-4AC0-9433-C6858162A9CA}" type="presParOf" srcId="{BF7C03B7-0880-4A96-A023-466EAF8D8E7C}" destId="{4847F662-0D9B-43BD-8436-DBA8130AB357}" srcOrd="0" destOrd="0" presId="urn:microsoft.com/office/officeart/2005/8/layout/hierarchy6"/>
    <dgm:cxn modelId="{D3B6C263-F5DC-4EF0-9EB9-8D3E56113CA9}" type="presParOf" srcId="{BF7C03B7-0880-4A96-A023-466EAF8D8E7C}" destId="{69DBC097-21EF-414B-8EB1-D75A5EFC3B22}" srcOrd="1" destOrd="0" presId="urn:microsoft.com/office/officeart/2005/8/layout/hierarchy6"/>
    <dgm:cxn modelId="{84982931-96CB-4D90-BF66-92D2B9DDC297}" type="presParOf" srcId="{E73FD9B7-7602-4E2F-A179-CCA7F6F63D60}" destId="{C420DA2B-6A91-4E90-ABF7-FAB2DC4DF1FF}" srcOrd="2" destOrd="0" presId="urn:microsoft.com/office/officeart/2005/8/layout/hierarchy6"/>
    <dgm:cxn modelId="{2F98878A-0858-49DB-B880-2364322634B1}" type="presParOf" srcId="{E73FD9B7-7602-4E2F-A179-CCA7F6F63D60}" destId="{419A6949-E6C4-4C37-95DD-BF63F4B623D5}" srcOrd="3" destOrd="0" presId="urn:microsoft.com/office/officeart/2005/8/layout/hierarchy6"/>
    <dgm:cxn modelId="{AFCE9544-014C-46F5-8459-80291848C2C8}" type="presParOf" srcId="{419A6949-E6C4-4C37-95DD-BF63F4B623D5}" destId="{40DC3D1E-BA60-457A-89F2-8430BE8612DC}" srcOrd="0" destOrd="0" presId="urn:microsoft.com/office/officeart/2005/8/layout/hierarchy6"/>
    <dgm:cxn modelId="{B99E93B4-1E0C-4B70-821A-FD4FA3B510D1}" type="presParOf" srcId="{419A6949-E6C4-4C37-95DD-BF63F4B623D5}" destId="{2C755192-B9FD-4ED4-9B6A-91FDA20B2C6B}" srcOrd="1" destOrd="0" presId="urn:microsoft.com/office/officeart/2005/8/layout/hierarchy6"/>
    <dgm:cxn modelId="{4CBC2C32-6EFF-4026-8B1C-B44F0920AEB5}" type="presParOf" srcId="{1AE2E07C-8808-4253-83E8-5DFE140167DD}" destId="{E0E7A336-4DC6-4832-B4A0-AADEB5C0B4DE}" srcOrd="2" destOrd="0" presId="urn:microsoft.com/office/officeart/2005/8/layout/hierarchy6"/>
    <dgm:cxn modelId="{05D60FED-882A-4079-947E-B6A377315F7A}" type="presParOf" srcId="{1AE2E07C-8808-4253-83E8-5DFE140167DD}" destId="{77EAAFBC-7407-44BF-953F-43D35C6A2E0B}" srcOrd="3" destOrd="0" presId="urn:microsoft.com/office/officeart/2005/8/layout/hierarchy6"/>
    <dgm:cxn modelId="{C52BE8B3-80E1-4944-8BB7-9A757B7E5744}" type="presParOf" srcId="{77EAAFBC-7407-44BF-953F-43D35C6A2E0B}" destId="{F856F848-07A8-4B89-88DC-E31AFA81B131}" srcOrd="0" destOrd="0" presId="urn:microsoft.com/office/officeart/2005/8/layout/hierarchy6"/>
    <dgm:cxn modelId="{888B0877-765A-4F66-A523-222CACF74607}" type="presParOf" srcId="{77EAAFBC-7407-44BF-953F-43D35C6A2E0B}" destId="{4B630C11-DF3F-4471-A663-493140DAE263}" srcOrd="1" destOrd="0" presId="urn:microsoft.com/office/officeart/2005/8/layout/hierarchy6"/>
    <dgm:cxn modelId="{E4D054C4-22A5-4EE8-AEC5-FE75B937BE8E}" type="presParOf" srcId="{4B630C11-DF3F-4471-A663-493140DAE263}" destId="{45D209C0-A94D-4EC0-A50C-A0E1DB1A547D}" srcOrd="0" destOrd="0" presId="urn:microsoft.com/office/officeart/2005/8/layout/hierarchy6"/>
    <dgm:cxn modelId="{8B23D399-757E-424C-A3EF-F940A667D46E}" type="presParOf" srcId="{4B630C11-DF3F-4471-A663-493140DAE263}" destId="{D246E506-78CE-46AF-93C3-E26D3414B7B2}" srcOrd="1" destOrd="0" presId="urn:microsoft.com/office/officeart/2005/8/layout/hierarchy6"/>
    <dgm:cxn modelId="{CBEAA11E-D611-4722-A742-1B546D69F84C}" type="presParOf" srcId="{D246E506-78CE-46AF-93C3-E26D3414B7B2}" destId="{4AA32C75-9892-4ADD-B863-4C86E81759FB}" srcOrd="0" destOrd="0" presId="urn:microsoft.com/office/officeart/2005/8/layout/hierarchy6"/>
    <dgm:cxn modelId="{A775920F-1F52-4EF4-874C-E5D0723AE90F}" type="presParOf" srcId="{D246E506-78CE-46AF-93C3-E26D3414B7B2}" destId="{E2781459-3BBC-48FF-A873-EC58FC2F3027}" srcOrd="1" destOrd="0" presId="urn:microsoft.com/office/officeart/2005/8/layout/hierarchy6"/>
    <dgm:cxn modelId="{97B795DF-5CC5-4D93-8075-7559D4B012A3}" type="presParOf" srcId="{4B630C11-DF3F-4471-A663-493140DAE263}" destId="{CC6DBEF0-E5E8-4F2B-A54D-8095DDD6092F}" srcOrd="2" destOrd="0" presId="urn:microsoft.com/office/officeart/2005/8/layout/hierarchy6"/>
    <dgm:cxn modelId="{E5E97C71-DCA4-409B-9CF2-36F0E88ECDAE}" type="presParOf" srcId="{4B630C11-DF3F-4471-A663-493140DAE263}" destId="{C96EE1F1-400C-4EF7-BA5C-BC5DEC0F4BFF}" srcOrd="3" destOrd="0" presId="urn:microsoft.com/office/officeart/2005/8/layout/hierarchy6"/>
    <dgm:cxn modelId="{2F99BB07-1447-4D43-B3CE-BFD7E782537B}" type="presParOf" srcId="{C96EE1F1-400C-4EF7-BA5C-BC5DEC0F4BFF}" destId="{99530E4A-8F47-4855-949A-874466B5977E}" srcOrd="0" destOrd="0" presId="urn:microsoft.com/office/officeart/2005/8/layout/hierarchy6"/>
    <dgm:cxn modelId="{E8877473-CFB0-42A8-A2E5-7E4E4BC0FB0D}" type="presParOf" srcId="{C96EE1F1-400C-4EF7-BA5C-BC5DEC0F4BFF}" destId="{378AEEFF-13AE-4B12-AE1F-95F5116083AE}" srcOrd="1" destOrd="0" presId="urn:microsoft.com/office/officeart/2005/8/layout/hierarchy6"/>
    <dgm:cxn modelId="{562E4A95-D3D1-443D-A404-BDCD93EB44F4}" type="presParOf" srcId="{1AE2E07C-8808-4253-83E8-5DFE140167DD}" destId="{FED4A75C-8CEF-434A-9AB4-48DBB88B75B8}" srcOrd="4" destOrd="0" presId="urn:microsoft.com/office/officeart/2005/8/layout/hierarchy6"/>
    <dgm:cxn modelId="{3D829B5B-29A5-415C-A0A4-1C4E4D12B03D}" type="presParOf" srcId="{1AE2E07C-8808-4253-83E8-5DFE140167DD}" destId="{E7D59799-98A9-425A-99D8-A29D5121AB46}" srcOrd="5" destOrd="0" presId="urn:microsoft.com/office/officeart/2005/8/layout/hierarchy6"/>
    <dgm:cxn modelId="{6408212D-8206-4DB5-822A-21994C85C616}" type="presParOf" srcId="{E7D59799-98A9-425A-99D8-A29D5121AB46}" destId="{DE3DDD7A-2BA9-4418-9036-D21463086D8F}" srcOrd="0" destOrd="0" presId="urn:microsoft.com/office/officeart/2005/8/layout/hierarchy6"/>
    <dgm:cxn modelId="{622C819A-5985-4404-B2D0-7A1A31AC0268}" type="presParOf" srcId="{E7D59799-98A9-425A-99D8-A29D5121AB46}" destId="{1774D5B2-3105-4D84-B13D-F5B88464BE83}" srcOrd="1" destOrd="0" presId="urn:microsoft.com/office/officeart/2005/8/layout/hierarchy6"/>
    <dgm:cxn modelId="{CB65EB20-773E-4A2F-87E9-87444C2687D0}" type="presParOf" srcId="{1774D5B2-3105-4D84-B13D-F5B88464BE83}" destId="{F1798BD9-807F-4187-A3A8-EB2C7C21E500}" srcOrd="0" destOrd="0" presId="urn:microsoft.com/office/officeart/2005/8/layout/hierarchy6"/>
    <dgm:cxn modelId="{2B3B90FA-004A-4CA6-9A3D-DBE902074D4E}" type="presParOf" srcId="{1774D5B2-3105-4D84-B13D-F5B88464BE83}" destId="{EA52E279-6EA6-4FE7-ABCB-2F209C245A8B}" srcOrd="1" destOrd="0" presId="urn:microsoft.com/office/officeart/2005/8/layout/hierarchy6"/>
    <dgm:cxn modelId="{7AD2734F-A609-406A-95CA-4CCE53DAF553}" type="presParOf" srcId="{EA52E279-6EA6-4FE7-ABCB-2F209C245A8B}" destId="{D2D3401A-F084-442C-87DB-90513621C864}" srcOrd="0" destOrd="0" presId="urn:microsoft.com/office/officeart/2005/8/layout/hierarchy6"/>
    <dgm:cxn modelId="{8DDC1F44-1E78-4FD4-8F80-35D9B0F25616}" type="presParOf" srcId="{EA52E279-6EA6-4FE7-ABCB-2F209C245A8B}" destId="{07511BB1-C4C2-4290-ADF8-E5600C800ECD}" srcOrd="1" destOrd="0" presId="urn:microsoft.com/office/officeart/2005/8/layout/hierarchy6"/>
    <dgm:cxn modelId="{EFC855BA-8B8A-44FB-84C3-DAF82E89835A}" type="presParOf" srcId="{1774D5B2-3105-4D84-B13D-F5B88464BE83}" destId="{6D43192E-FC72-4576-894D-3B2E8D17CBE2}" srcOrd="2" destOrd="0" presId="urn:microsoft.com/office/officeart/2005/8/layout/hierarchy6"/>
    <dgm:cxn modelId="{E9A87F05-2BA4-44F3-8979-B7320E7B892B}" type="presParOf" srcId="{1774D5B2-3105-4D84-B13D-F5B88464BE83}" destId="{B5634AB8-E1C0-425D-B948-14C377D282CE}" srcOrd="3" destOrd="0" presId="urn:microsoft.com/office/officeart/2005/8/layout/hierarchy6"/>
    <dgm:cxn modelId="{0F225736-E47B-40C1-B6D2-26A54307E3BC}" type="presParOf" srcId="{B5634AB8-E1C0-425D-B948-14C377D282CE}" destId="{FE0B355D-CA5B-4B61-BD2B-5BDF6106F36E}" srcOrd="0" destOrd="0" presId="urn:microsoft.com/office/officeart/2005/8/layout/hierarchy6"/>
    <dgm:cxn modelId="{C6BC2D0B-83AD-4697-B08C-EB8E35DFE8DB}" type="presParOf" srcId="{B5634AB8-E1C0-425D-B948-14C377D282CE}" destId="{6C32BC59-B284-45A2-B6C5-320F370844C5}" srcOrd="1" destOrd="0" presId="urn:microsoft.com/office/officeart/2005/8/layout/hierarchy6"/>
    <dgm:cxn modelId="{F82EE1A5-1B66-4294-8182-4341A7802A84}" type="presParOf" srcId="{1AE2E07C-8808-4253-83E8-5DFE140167DD}" destId="{A525126C-DEC1-4377-A39E-9E6940A6EFC5}" srcOrd="6" destOrd="0" presId="urn:microsoft.com/office/officeart/2005/8/layout/hierarchy6"/>
    <dgm:cxn modelId="{E986105F-C0C1-43BF-B653-BA45D05F3A82}" type="presParOf" srcId="{1AE2E07C-8808-4253-83E8-5DFE140167DD}" destId="{E5113E54-F5BF-4960-8ECD-793297ABB7F2}" srcOrd="7" destOrd="0" presId="urn:microsoft.com/office/officeart/2005/8/layout/hierarchy6"/>
    <dgm:cxn modelId="{C816CF39-6FF0-4DD4-8424-57C50D0B10AE}" type="presParOf" srcId="{E5113E54-F5BF-4960-8ECD-793297ABB7F2}" destId="{C661AE6A-6ABD-4091-A990-A041930C7220}" srcOrd="0" destOrd="0" presId="urn:microsoft.com/office/officeart/2005/8/layout/hierarchy6"/>
    <dgm:cxn modelId="{F422E3AD-A99F-41AC-B2E3-733502119F02}" type="presParOf" srcId="{E5113E54-F5BF-4960-8ECD-793297ABB7F2}" destId="{8E006D33-B3C5-4E56-B095-7C9E2DD7BE3A}" srcOrd="1" destOrd="0" presId="urn:microsoft.com/office/officeart/2005/8/layout/hierarchy6"/>
    <dgm:cxn modelId="{7265C226-A460-4A96-A4D4-8675E540B9F1}" type="presParOf" srcId="{8E006D33-B3C5-4E56-B095-7C9E2DD7BE3A}" destId="{064D8FB8-BF37-4B3D-93C4-1E4A2806315E}" srcOrd="0" destOrd="0" presId="urn:microsoft.com/office/officeart/2005/8/layout/hierarchy6"/>
    <dgm:cxn modelId="{419F2FBE-81F2-4CB3-93CF-3293410BFEE6}" type="presParOf" srcId="{8E006D33-B3C5-4E56-B095-7C9E2DD7BE3A}" destId="{2E15A50E-845C-47CA-BBDF-AB06DE04E250}" srcOrd="1" destOrd="0" presId="urn:microsoft.com/office/officeart/2005/8/layout/hierarchy6"/>
    <dgm:cxn modelId="{462A17A0-EEBD-4F43-B7C7-23C9E28DDFEE}" type="presParOf" srcId="{2E15A50E-845C-47CA-BBDF-AB06DE04E250}" destId="{64485D06-8FD6-4A1E-B576-9A396170DBD1}" srcOrd="0" destOrd="0" presId="urn:microsoft.com/office/officeart/2005/8/layout/hierarchy6"/>
    <dgm:cxn modelId="{A536C76D-A074-44D9-8CA7-57EC44E61AFB}" type="presParOf" srcId="{2E15A50E-845C-47CA-BBDF-AB06DE04E250}" destId="{062F1CCE-527F-43C3-B773-9496E2CC6BD7}" srcOrd="1" destOrd="0" presId="urn:microsoft.com/office/officeart/2005/8/layout/hierarchy6"/>
    <dgm:cxn modelId="{8BB6BF66-1EB5-4660-9FDC-F0268D8D1644}" type="presParOf" srcId="{8E006D33-B3C5-4E56-B095-7C9E2DD7BE3A}" destId="{45C3BA89-FC10-4B63-96C0-C9648CEADE9B}" srcOrd="2" destOrd="0" presId="urn:microsoft.com/office/officeart/2005/8/layout/hierarchy6"/>
    <dgm:cxn modelId="{BED7522B-CD5F-42D7-8043-CB63EC14CDD9}" type="presParOf" srcId="{8E006D33-B3C5-4E56-B095-7C9E2DD7BE3A}" destId="{7103377D-E803-4F8A-B47A-AB502B91A5E9}" srcOrd="3" destOrd="0" presId="urn:microsoft.com/office/officeart/2005/8/layout/hierarchy6"/>
    <dgm:cxn modelId="{64F3C174-D512-414D-925A-D5808EE3D20B}" type="presParOf" srcId="{7103377D-E803-4F8A-B47A-AB502B91A5E9}" destId="{DDF3BE90-E1DC-4C29-9321-9A80B69BF08C}" srcOrd="0" destOrd="0" presId="urn:microsoft.com/office/officeart/2005/8/layout/hierarchy6"/>
    <dgm:cxn modelId="{42A35DD1-49D9-4F68-8319-4A214B8A0A78}" type="presParOf" srcId="{7103377D-E803-4F8A-B47A-AB502B91A5E9}" destId="{F4DA5E54-09B3-41D9-8DB6-250D34E193E3}" srcOrd="1" destOrd="0" presId="urn:microsoft.com/office/officeart/2005/8/layout/hierarchy6"/>
    <dgm:cxn modelId="{087B6D89-6031-4E30-91F7-1A0A865D91E0}" type="presParOf" srcId="{B5108BC1-F798-4E54-9588-49AB8E6D05ED}" destId="{0286C3B6-F434-42CA-8794-946FA485742A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37E88F-96F4-4FF4-B2EE-97DB04808A64}" type="doc">
      <dgm:prSet loTypeId="urn:microsoft.com/office/officeart/2005/8/layout/cycle7" loCatId="cycle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pt-BR"/>
        </a:p>
      </dgm:t>
    </dgm:pt>
    <dgm:pt modelId="{3250A6B4-7C3D-4E34-A003-A3B787675E96}">
      <dgm:prSet phldrT="[Texto]" custT="1"/>
      <dgm:spPr/>
      <dgm:t>
        <a:bodyPr/>
        <a:lstStyle/>
        <a:p>
          <a:r>
            <a:rPr lang="pt-BR" sz="1050" dirty="0">
              <a:latin typeface="Arial Black" panose="020B0A04020102020204" pitchFamily="34" charset="0"/>
            </a:rPr>
            <a:t>Fornecedor</a:t>
          </a:r>
        </a:p>
      </dgm:t>
    </dgm:pt>
    <dgm:pt modelId="{F0DFC242-4704-4D3B-BE78-E2CDB0511AE7}" type="parTrans" cxnId="{974DCCC5-2783-457A-A329-B11A4BC48496}">
      <dgm:prSet/>
      <dgm:spPr/>
      <dgm:t>
        <a:bodyPr/>
        <a:lstStyle/>
        <a:p>
          <a:endParaRPr lang="pt-BR"/>
        </a:p>
      </dgm:t>
    </dgm:pt>
    <dgm:pt modelId="{B6B8D8F2-88EF-4CF3-B993-13E5D06BC8D8}" type="sibTrans" cxnId="{974DCCC5-2783-457A-A329-B11A4BC48496}">
      <dgm:prSet/>
      <dgm:spPr/>
      <dgm:t>
        <a:bodyPr/>
        <a:lstStyle/>
        <a:p>
          <a:endParaRPr lang="pt-BR"/>
        </a:p>
      </dgm:t>
    </dgm:pt>
    <dgm:pt modelId="{DFF90FD1-A072-4BDA-8CAB-433C92B24906}">
      <dgm:prSet phldrT="[Texto]" custT="1"/>
      <dgm:spPr/>
      <dgm:t>
        <a:bodyPr/>
        <a:lstStyle/>
        <a:p>
          <a:r>
            <a:rPr lang="pt-BR" sz="1000" dirty="0">
              <a:latin typeface="Arial Black" panose="020B0A04020102020204" pitchFamily="34" charset="0"/>
            </a:rPr>
            <a:t>Consumidor</a:t>
          </a:r>
        </a:p>
      </dgm:t>
    </dgm:pt>
    <dgm:pt modelId="{64724505-81CC-4625-81F3-361719BFCDA4}" type="parTrans" cxnId="{9B593CAD-EA2D-4D7B-AEAC-AEE2FC81F0B5}">
      <dgm:prSet/>
      <dgm:spPr/>
      <dgm:t>
        <a:bodyPr/>
        <a:lstStyle/>
        <a:p>
          <a:endParaRPr lang="pt-BR"/>
        </a:p>
      </dgm:t>
    </dgm:pt>
    <dgm:pt modelId="{F2CACB31-200D-49D9-830F-58C91996C908}" type="sibTrans" cxnId="{9B593CAD-EA2D-4D7B-AEAC-AEE2FC81F0B5}">
      <dgm:prSet/>
      <dgm:spPr/>
      <dgm:t>
        <a:bodyPr/>
        <a:lstStyle/>
        <a:p>
          <a:endParaRPr lang="pt-BR"/>
        </a:p>
      </dgm:t>
    </dgm:pt>
    <dgm:pt modelId="{CA709C56-0A3E-4C72-BDDC-39FD370652A3}">
      <dgm:prSet phldrT="[Texto]"/>
      <dgm:spPr/>
      <dgm:t>
        <a:bodyPr/>
        <a:lstStyle/>
        <a:p>
          <a:r>
            <a:rPr lang="pt-BR" dirty="0">
              <a:latin typeface="Arial Black" panose="020B0A04020102020204" pitchFamily="34" charset="0"/>
            </a:rPr>
            <a:t>Consumidor</a:t>
          </a:r>
        </a:p>
      </dgm:t>
    </dgm:pt>
    <dgm:pt modelId="{62D811DB-3A40-46F0-B323-1ABBE85EE17F}" type="parTrans" cxnId="{AF1BC271-C22A-4630-8EA4-4F4D7DB43F1A}">
      <dgm:prSet/>
      <dgm:spPr/>
      <dgm:t>
        <a:bodyPr/>
        <a:lstStyle/>
        <a:p>
          <a:endParaRPr lang="pt-BR"/>
        </a:p>
      </dgm:t>
    </dgm:pt>
    <dgm:pt modelId="{A0A9DCFA-A07B-468F-BD4F-DFB3634C4C9A}" type="sibTrans" cxnId="{AF1BC271-C22A-4630-8EA4-4F4D7DB43F1A}">
      <dgm:prSet/>
      <dgm:spPr/>
      <dgm:t>
        <a:bodyPr/>
        <a:lstStyle/>
        <a:p>
          <a:endParaRPr lang="pt-BR"/>
        </a:p>
      </dgm:t>
    </dgm:pt>
    <dgm:pt modelId="{F0690FF9-BE03-4573-86D9-4F029A80CFC3}" type="pres">
      <dgm:prSet presAssocID="{2137E88F-96F4-4FF4-B2EE-97DB04808A64}" presName="Name0" presStyleCnt="0">
        <dgm:presLayoutVars>
          <dgm:dir/>
          <dgm:resizeHandles val="exact"/>
        </dgm:presLayoutVars>
      </dgm:prSet>
      <dgm:spPr/>
    </dgm:pt>
    <dgm:pt modelId="{F88B1E78-12E6-41A2-8766-5B346D675A4F}" type="pres">
      <dgm:prSet presAssocID="{3250A6B4-7C3D-4E34-A003-A3B787675E96}" presName="node" presStyleLbl="node1" presStyleIdx="0" presStyleCnt="3" custRadScaleRad="100993">
        <dgm:presLayoutVars>
          <dgm:bulletEnabled val="1"/>
        </dgm:presLayoutVars>
      </dgm:prSet>
      <dgm:spPr/>
    </dgm:pt>
    <dgm:pt modelId="{F6591B07-C212-4117-AE6B-0131CA0F5F29}" type="pres">
      <dgm:prSet presAssocID="{B6B8D8F2-88EF-4CF3-B993-13E5D06BC8D8}" presName="sibTrans" presStyleLbl="sibTrans2D1" presStyleIdx="0" presStyleCnt="3"/>
      <dgm:spPr/>
    </dgm:pt>
    <dgm:pt modelId="{382CBB86-C2F5-485D-95F4-C0506AAD380C}" type="pres">
      <dgm:prSet presAssocID="{B6B8D8F2-88EF-4CF3-B993-13E5D06BC8D8}" presName="connectorText" presStyleLbl="sibTrans2D1" presStyleIdx="0" presStyleCnt="3"/>
      <dgm:spPr/>
    </dgm:pt>
    <dgm:pt modelId="{1AEAE374-E81D-474C-A16C-463D4312841F}" type="pres">
      <dgm:prSet presAssocID="{DFF90FD1-A072-4BDA-8CAB-433C92B24906}" presName="node" presStyleLbl="node1" presStyleIdx="1" presStyleCnt="3">
        <dgm:presLayoutVars>
          <dgm:bulletEnabled val="1"/>
        </dgm:presLayoutVars>
      </dgm:prSet>
      <dgm:spPr/>
    </dgm:pt>
    <dgm:pt modelId="{4436F55A-75F0-4677-ACE1-C8B55BB8265E}" type="pres">
      <dgm:prSet presAssocID="{F2CACB31-200D-49D9-830F-58C91996C908}" presName="sibTrans" presStyleLbl="sibTrans2D1" presStyleIdx="1" presStyleCnt="3"/>
      <dgm:spPr>
        <a:prstGeom prst="mathMinus">
          <a:avLst/>
        </a:prstGeom>
      </dgm:spPr>
    </dgm:pt>
    <dgm:pt modelId="{3A7CE1F1-088A-48F0-A34D-9BB5006929B0}" type="pres">
      <dgm:prSet presAssocID="{F2CACB31-200D-49D9-830F-58C91996C908}" presName="connectorText" presStyleLbl="sibTrans2D1" presStyleIdx="1" presStyleCnt="3"/>
      <dgm:spPr/>
    </dgm:pt>
    <dgm:pt modelId="{2DE332B6-7D20-438B-8E35-568BC6E80611}" type="pres">
      <dgm:prSet presAssocID="{CA709C56-0A3E-4C72-BDDC-39FD370652A3}" presName="node" presStyleLbl="node1" presStyleIdx="2" presStyleCnt="3">
        <dgm:presLayoutVars>
          <dgm:bulletEnabled val="1"/>
        </dgm:presLayoutVars>
      </dgm:prSet>
      <dgm:spPr/>
    </dgm:pt>
    <dgm:pt modelId="{94E167B3-B40B-451E-AD4D-FD3B49DE582C}" type="pres">
      <dgm:prSet presAssocID="{A0A9DCFA-A07B-468F-BD4F-DFB3634C4C9A}" presName="sibTrans" presStyleLbl="sibTrans2D1" presStyleIdx="2" presStyleCnt="3"/>
      <dgm:spPr/>
    </dgm:pt>
    <dgm:pt modelId="{DB941D85-F602-4581-A342-F1F05C3C6365}" type="pres">
      <dgm:prSet presAssocID="{A0A9DCFA-A07B-468F-BD4F-DFB3634C4C9A}" presName="connectorText" presStyleLbl="sibTrans2D1" presStyleIdx="2" presStyleCnt="3"/>
      <dgm:spPr/>
    </dgm:pt>
  </dgm:ptLst>
  <dgm:cxnLst>
    <dgm:cxn modelId="{D2271009-8095-47B8-84B8-5F5D64D92CCF}" type="presOf" srcId="{3250A6B4-7C3D-4E34-A003-A3B787675E96}" destId="{F88B1E78-12E6-41A2-8766-5B346D675A4F}" srcOrd="0" destOrd="0" presId="urn:microsoft.com/office/officeart/2005/8/layout/cycle7"/>
    <dgm:cxn modelId="{F3D0C428-5E8C-49C8-856E-35A0E9D43375}" type="presOf" srcId="{B6B8D8F2-88EF-4CF3-B993-13E5D06BC8D8}" destId="{F6591B07-C212-4117-AE6B-0131CA0F5F29}" srcOrd="0" destOrd="0" presId="urn:microsoft.com/office/officeart/2005/8/layout/cycle7"/>
    <dgm:cxn modelId="{9177794F-3C1D-41CA-9AF9-D5F9D0BBDF20}" type="presOf" srcId="{B6B8D8F2-88EF-4CF3-B993-13E5D06BC8D8}" destId="{382CBB86-C2F5-485D-95F4-C0506AAD380C}" srcOrd="1" destOrd="0" presId="urn:microsoft.com/office/officeart/2005/8/layout/cycle7"/>
    <dgm:cxn modelId="{AF1BC271-C22A-4630-8EA4-4F4D7DB43F1A}" srcId="{2137E88F-96F4-4FF4-B2EE-97DB04808A64}" destId="{CA709C56-0A3E-4C72-BDDC-39FD370652A3}" srcOrd="2" destOrd="0" parTransId="{62D811DB-3A40-46F0-B323-1ABBE85EE17F}" sibTransId="{A0A9DCFA-A07B-468F-BD4F-DFB3634C4C9A}"/>
    <dgm:cxn modelId="{92172689-8B48-452A-8F06-A3ECC23BE596}" type="presOf" srcId="{2137E88F-96F4-4FF4-B2EE-97DB04808A64}" destId="{F0690FF9-BE03-4573-86D9-4F029A80CFC3}" srcOrd="0" destOrd="0" presId="urn:microsoft.com/office/officeart/2005/8/layout/cycle7"/>
    <dgm:cxn modelId="{0EA20A8D-C4A8-4DCA-A368-72569C594C65}" type="presOf" srcId="{F2CACB31-200D-49D9-830F-58C91996C908}" destId="{4436F55A-75F0-4677-ACE1-C8B55BB8265E}" srcOrd="0" destOrd="0" presId="urn:microsoft.com/office/officeart/2005/8/layout/cycle7"/>
    <dgm:cxn modelId="{0B557F9A-6256-44D6-9386-DA0A7D9F1B3F}" type="presOf" srcId="{DFF90FD1-A072-4BDA-8CAB-433C92B24906}" destId="{1AEAE374-E81D-474C-A16C-463D4312841F}" srcOrd="0" destOrd="0" presId="urn:microsoft.com/office/officeart/2005/8/layout/cycle7"/>
    <dgm:cxn modelId="{9B593CAD-EA2D-4D7B-AEAC-AEE2FC81F0B5}" srcId="{2137E88F-96F4-4FF4-B2EE-97DB04808A64}" destId="{DFF90FD1-A072-4BDA-8CAB-433C92B24906}" srcOrd="1" destOrd="0" parTransId="{64724505-81CC-4625-81F3-361719BFCDA4}" sibTransId="{F2CACB31-200D-49D9-830F-58C91996C908}"/>
    <dgm:cxn modelId="{1E402BC1-8A84-4C0D-B3C5-A215BA76F8CB}" type="presOf" srcId="{A0A9DCFA-A07B-468F-BD4F-DFB3634C4C9A}" destId="{DB941D85-F602-4581-A342-F1F05C3C6365}" srcOrd="1" destOrd="0" presId="urn:microsoft.com/office/officeart/2005/8/layout/cycle7"/>
    <dgm:cxn modelId="{974DCCC5-2783-457A-A329-B11A4BC48496}" srcId="{2137E88F-96F4-4FF4-B2EE-97DB04808A64}" destId="{3250A6B4-7C3D-4E34-A003-A3B787675E96}" srcOrd="0" destOrd="0" parTransId="{F0DFC242-4704-4D3B-BE78-E2CDB0511AE7}" sibTransId="{B6B8D8F2-88EF-4CF3-B993-13E5D06BC8D8}"/>
    <dgm:cxn modelId="{A7082CCC-FD38-4EE4-B4B1-848240EEC6ED}" type="presOf" srcId="{CA709C56-0A3E-4C72-BDDC-39FD370652A3}" destId="{2DE332B6-7D20-438B-8E35-568BC6E80611}" srcOrd="0" destOrd="0" presId="urn:microsoft.com/office/officeart/2005/8/layout/cycle7"/>
    <dgm:cxn modelId="{52D956CF-5C41-4EF1-B89B-6D66C15C66B3}" type="presOf" srcId="{F2CACB31-200D-49D9-830F-58C91996C908}" destId="{3A7CE1F1-088A-48F0-A34D-9BB5006929B0}" srcOrd="1" destOrd="0" presId="urn:microsoft.com/office/officeart/2005/8/layout/cycle7"/>
    <dgm:cxn modelId="{FCDFA8D9-5040-4E6C-976E-8C0D5887CA52}" type="presOf" srcId="{A0A9DCFA-A07B-468F-BD4F-DFB3634C4C9A}" destId="{94E167B3-B40B-451E-AD4D-FD3B49DE582C}" srcOrd="0" destOrd="0" presId="urn:microsoft.com/office/officeart/2005/8/layout/cycle7"/>
    <dgm:cxn modelId="{C9F091BD-C8B1-4415-9150-B908D4630771}" type="presParOf" srcId="{F0690FF9-BE03-4573-86D9-4F029A80CFC3}" destId="{F88B1E78-12E6-41A2-8766-5B346D675A4F}" srcOrd="0" destOrd="0" presId="urn:microsoft.com/office/officeart/2005/8/layout/cycle7"/>
    <dgm:cxn modelId="{4E646648-A053-40DA-8E0E-AE159A02529E}" type="presParOf" srcId="{F0690FF9-BE03-4573-86D9-4F029A80CFC3}" destId="{F6591B07-C212-4117-AE6B-0131CA0F5F29}" srcOrd="1" destOrd="0" presId="urn:microsoft.com/office/officeart/2005/8/layout/cycle7"/>
    <dgm:cxn modelId="{47766434-FD56-4AF8-83F2-93493C0B7490}" type="presParOf" srcId="{F6591B07-C212-4117-AE6B-0131CA0F5F29}" destId="{382CBB86-C2F5-485D-95F4-C0506AAD380C}" srcOrd="0" destOrd="0" presId="urn:microsoft.com/office/officeart/2005/8/layout/cycle7"/>
    <dgm:cxn modelId="{317B8A3E-A905-4C2B-A34E-8E3F8F71FDB6}" type="presParOf" srcId="{F0690FF9-BE03-4573-86D9-4F029A80CFC3}" destId="{1AEAE374-E81D-474C-A16C-463D4312841F}" srcOrd="2" destOrd="0" presId="urn:microsoft.com/office/officeart/2005/8/layout/cycle7"/>
    <dgm:cxn modelId="{87AB1DC2-4887-4D49-A686-A3ED56C3E937}" type="presParOf" srcId="{F0690FF9-BE03-4573-86D9-4F029A80CFC3}" destId="{4436F55A-75F0-4677-ACE1-C8B55BB8265E}" srcOrd="3" destOrd="0" presId="urn:microsoft.com/office/officeart/2005/8/layout/cycle7"/>
    <dgm:cxn modelId="{0314CEA8-16C0-443D-B48A-B7046B614C81}" type="presParOf" srcId="{4436F55A-75F0-4677-ACE1-C8B55BB8265E}" destId="{3A7CE1F1-088A-48F0-A34D-9BB5006929B0}" srcOrd="0" destOrd="0" presId="urn:microsoft.com/office/officeart/2005/8/layout/cycle7"/>
    <dgm:cxn modelId="{DC91439E-8463-4D0A-9F0A-BCEDEE4A2280}" type="presParOf" srcId="{F0690FF9-BE03-4573-86D9-4F029A80CFC3}" destId="{2DE332B6-7D20-438B-8E35-568BC6E80611}" srcOrd="4" destOrd="0" presId="urn:microsoft.com/office/officeart/2005/8/layout/cycle7"/>
    <dgm:cxn modelId="{E9BC2EBF-5184-4E8C-9722-62F073E9AD77}" type="presParOf" srcId="{F0690FF9-BE03-4573-86D9-4F029A80CFC3}" destId="{94E167B3-B40B-451E-AD4D-FD3B49DE582C}" srcOrd="5" destOrd="0" presId="urn:microsoft.com/office/officeart/2005/8/layout/cycle7"/>
    <dgm:cxn modelId="{C9B2E802-6055-4616-9BA5-B3BADF6B67A1}" type="presParOf" srcId="{94E167B3-B40B-451E-AD4D-FD3B49DE582C}" destId="{DB941D85-F602-4581-A342-F1F05C3C6365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4C2473-48A1-4A94-B10F-461027B27611}">
      <dsp:nvSpPr>
        <dsp:cNvPr id="0" name=""/>
        <dsp:cNvSpPr/>
      </dsp:nvSpPr>
      <dsp:spPr>
        <a:xfrm>
          <a:off x="4738784" y="582228"/>
          <a:ext cx="1151283" cy="620642"/>
        </a:xfrm>
        <a:prstGeom prst="roundRect">
          <a:avLst>
            <a:gd name="adj" fmla="val 10000"/>
          </a:avLst>
        </a:prstGeom>
        <a:solidFill>
          <a:srgbClr val="FFC00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>
              <a:latin typeface="Arial Black" panose="020B0A04020102020204" pitchFamily="34" charset="0"/>
            </a:rPr>
            <a:t>Banco Pai</a:t>
          </a:r>
        </a:p>
      </dsp:txBody>
      <dsp:txXfrm>
        <a:off x="4756962" y="600406"/>
        <a:ext cx="1114927" cy="584286"/>
      </dsp:txXfrm>
    </dsp:sp>
    <dsp:sp modelId="{27C6562C-C10A-459A-AE5F-435EDBEEA686}">
      <dsp:nvSpPr>
        <dsp:cNvPr id="0" name=""/>
        <dsp:cNvSpPr/>
      </dsp:nvSpPr>
      <dsp:spPr>
        <a:xfrm>
          <a:off x="5268705" y="1202871"/>
          <a:ext cx="91440" cy="28059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0598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6F281D-A258-4C44-9E0E-18D4704B7DAC}">
      <dsp:nvSpPr>
        <dsp:cNvPr id="0" name=""/>
        <dsp:cNvSpPr/>
      </dsp:nvSpPr>
      <dsp:spPr>
        <a:xfrm>
          <a:off x="4788303" y="1483470"/>
          <a:ext cx="1052245" cy="70149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>
              <a:latin typeface="Arial Black" panose="020B0A04020102020204" pitchFamily="34" charset="0"/>
            </a:rPr>
            <a:t>Pague sua Divida</a:t>
          </a:r>
        </a:p>
      </dsp:txBody>
      <dsp:txXfrm>
        <a:off x="4808849" y="1504016"/>
        <a:ext cx="1011153" cy="660405"/>
      </dsp:txXfrm>
    </dsp:sp>
    <dsp:sp modelId="{E8DB52E7-B11A-450C-80B0-FB475B3EAC2E}">
      <dsp:nvSpPr>
        <dsp:cNvPr id="0" name=""/>
        <dsp:cNvSpPr/>
      </dsp:nvSpPr>
      <dsp:spPr>
        <a:xfrm>
          <a:off x="1210666" y="2184967"/>
          <a:ext cx="4103759" cy="280598"/>
        </a:xfrm>
        <a:custGeom>
          <a:avLst/>
          <a:gdLst/>
          <a:ahLst/>
          <a:cxnLst/>
          <a:rect l="0" t="0" r="0" b="0"/>
          <a:pathLst>
            <a:path>
              <a:moveTo>
                <a:pt x="4103759" y="0"/>
              </a:moveTo>
              <a:lnTo>
                <a:pt x="4103759" y="140299"/>
              </a:lnTo>
              <a:lnTo>
                <a:pt x="0" y="140299"/>
              </a:lnTo>
              <a:lnTo>
                <a:pt x="0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59CBE3-FF51-42CA-9C96-2708391BB3D7}">
      <dsp:nvSpPr>
        <dsp:cNvPr id="0" name=""/>
        <dsp:cNvSpPr/>
      </dsp:nvSpPr>
      <dsp:spPr>
        <a:xfrm>
          <a:off x="684543" y="2465566"/>
          <a:ext cx="1052245" cy="701497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 err="1">
              <a:latin typeface="Arial Black" panose="020B0A04020102020204" pitchFamily="34" charset="0"/>
            </a:rPr>
            <a:t>Adm</a:t>
          </a:r>
          <a:r>
            <a:rPr lang="pt-BR" sz="1900" kern="1200" dirty="0">
              <a:latin typeface="Arial Black" panose="020B0A04020102020204" pitchFamily="34" charset="0"/>
            </a:rPr>
            <a:t> A</a:t>
          </a:r>
        </a:p>
      </dsp:txBody>
      <dsp:txXfrm>
        <a:off x="705089" y="2486112"/>
        <a:ext cx="1011153" cy="660405"/>
      </dsp:txXfrm>
    </dsp:sp>
    <dsp:sp modelId="{C7FB4C38-DE70-4576-B1C5-753EF2FD6861}">
      <dsp:nvSpPr>
        <dsp:cNvPr id="0" name=""/>
        <dsp:cNvSpPr/>
      </dsp:nvSpPr>
      <dsp:spPr>
        <a:xfrm>
          <a:off x="526706" y="3167063"/>
          <a:ext cx="683959" cy="280598"/>
        </a:xfrm>
        <a:custGeom>
          <a:avLst/>
          <a:gdLst/>
          <a:ahLst/>
          <a:cxnLst/>
          <a:rect l="0" t="0" r="0" b="0"/>
          <a:pathLst>
            <a:path>
              <a:moveTo>
                <a:pt x="683959" y="0"/>
              </a:moveTo>
              <a:lnTo>
                <a:pt x="683959" y="140299"/>
              </a:lnTo>
              <a:lnTo>
                <a:pt x="0" y="140299"/>
              </a:lnTo>
              <a:lnTo>
                <a:pt x="0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47F662-0D9B-43BD-8436-DBA8130AB357}">
      <dsp:nvSpPr>
        <dsp:cNvPr id="0" name=""/>
        <dsp:cNvSpPr/>
      </dsp:nvSpPr>
      <dsp:spPr>
        <a:xfrm>
          <a:off x="583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A1</a:t>
          </a:r>
        </a:p>
      </dsp:txBody>
      <dsp:txXfrm>
        <a:off x="21129" y="3468208"/>
        <a:ext cx="1011153" cy="660405"/>
      </dsp:txXfrm>
    </dsp:sp>
    <dsp:sp modelId="{C420DA2B-6A91-4E90-ABF7-FAB2DC4DF1FF}">
      <dsp:nvSpPr>
        <dsp:cNvPr id="0" name=""/>
        <dsp:cNvSpPr/>
      </dsp:nvSpPr>
      <dsp:spPr>
        <a:xfrm>
          <a:off x="1210666" y="3167063"/>
          <a:ext cx="683959" cy="2805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0299"/>
              </a:lnTo>
              <a:lnTo>
                <a:pt x="683959" y="140299"/>
              </a:lnTo>
              <a:lnTo>
                <a:pt x="683959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0DC3D1E-BA60-457A-89F2-8430BE8612DC}">
      <dsp:nvSpPr>
        <dsp:cNvPr id="0" name=""/>
        <dsp:cNvSpPr/>
      </dsp:nvSpPr>
      <dsp:spPr>
        <a:xfrm>
          <a:off x="1368503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A2</a:t>
          </a:r>
        </a:p>
      </dsp:txBody>
      <dsp:txXfrm>
        <a:off x="1389049" y="3468208"/>
        <a:ext cx="1011153" cy="660405"/>
      </dsp:txXfrm>
    </dsp:sp>
    <dsp:sp modelId="{E0E7A336-4DC6-4832-B4A0-AADEB5C0B4DE}">
      <dsp:nvSpPr>
        <dsp:cNvPr id="0" name=""/>
        <dsp:cNvSpPr/>
      </dsp:nvSpPr>
      <dsp:spPr>
        <a:xfrm>
          <a:off x="3913297" y="2184967"/>
          <a:ext cx="1401128" cy="291668"/>
        </a:xfrm>
        <a:custGeom>
          <a:avLst/>
          <a:gdLst/>
          <a:ahLst/>
          <a:cxnLst/>
          <a:rect l="0" t="0" r="0" b="0"/>
          <a:pathLst>
            <a:path>
              <a:moveTo>
                <a:pt x="1401128" y="0"/>
              </a:moveTo>
              <a:lnTo>
                <a:pt x="1401128" y="145834"/>
              </a:lnTo>
              <a:lnTo>
                <a:pt x="0" y="145834"/>
              </a:lnTo>
              <a:lnTo>
                <a:pt x="0" y="29166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56F848-07A8-4B89-88DC-E31AFA81B131}">
      <dsp:nvSpPr>
        <dsp:cNvPr id="0" name=""/>
        <dsp:cNvSpPr/>
      </dsp:nvSpPr>
      <dsp:spPr>
        <a:xfrm>
          <a:off x="3387174" y="2476636"/>
          <a:ext cx="1052245" cy="701497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 err="1">
              <a:latin typeface="Arial Black" panose="020B0A04020102020204" pitchFamily="34" charset="0"/>
            </a:rPr>
            <a:t>Adm</a:t>
          </a:r>
          <a:r>
            <a:rPr lang="pt-BR" sz="1900" kern="1200" dirty="0">
              <a:latin typeface="Arial Black" panose="020B0A04020102020204" pitchFamily="34" charset="0"/>
            </a:rPr>
            <a:t> B</a:t>
          </a:r>
        </a:p>
      </dsp:txBody>
      <dsp:txXfrm>
        <a:off x="3407720" y="2497182"/>
        <a:ext cx="1011153" cy="660405"/>
      </dsp:txXfrm>
    </dsp:sp>
    <dsp:sp modelId="{45D209C0-A94D-4EC0-A50C-A0E1DB1A547D}">
      <dsp:nvSpPr>
        <dsp:cNvPr id="0" name=""/>
        <dsp:cNvSpPr/>
      </dsp:nvSpPr>
      <dsp:spPr>
        <a:xfrm>
          <a:off x="3262546" y="3178133"/>
          <a:ext cx="650750" cy="269529"/>
        </a:xfrm>
        <a:custGeom>
          <a:avLst/>
          <a:gdLst/>
          <a:ahLst/>
          <a:cxnLst/>
          <a:rect l="0" t="0" r="0" b="0"/>
          <a:pathLst>
            <a:path>
              <a:moveTo>
                <a:pt x="650750" y="0"/>
              </a:moveTo>
              <a:lnTo>
                <a:pt x="650750" y="134764"/>
              </a:lnTo>
              <a:lnTo>
                <a:pt x="0" y="134764"/>
              </a:lnTo>
              <a:lnTo>
                <a:pt x="0" y="269529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A32C75-9892-4ADD-B863-4C86E81759FB}">
      <dsp:nvSpPr>
        <dsp:cNvPr id="0" name=""/>
        <dsp:cNvSpPr/>
      </dsp:nvSpPr>
      <dsp:spPr>
        <a:xfrm>
          <a:off x="2736423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B1</a:t>
          </a:r>
        </a:p>
      </dsp:txBody>
      <dsp:txXfrm>
        <a:off x="2756969" y="3468208"/>
        <a:ext cx="1011153" cy="660405"/>
      </dsp:txXfrm>
    </dsp:sp>
    <dsp:sp modelId="{CC6DBEF0-E5E8-4F2B-A54D-8095DDD6092F}">
      <dsp:nvSpPr>
        <dsp:cNvPr id="0" name=""/>
        <dsp:cNvSpPr/>
      </dsp:nvSpPr>
      <dsp:spPr>
        <a:xfrm>
          <a:off x="3913297" y="3178133"/>
          <a:ext cx="717168" cy="26952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4764"/>
              </a:lnTo>
              <a:lnTo>
                <a:pt x="717168" y="134764"/>
              </a:lnTo>
              <a:lnTo>
                <a:pt x="717168" y="269529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9530E4A-8F47-4855-949A-874466B5977E}">
      <dsp:nvSpPr>
        <dsp:cNvPr id="0" name=""/>
        <dsp:cNvSpPr/>
      </dsp:nvSpPr>
      <dsp:spPr>
        <a:xfrm>
          <a:off x="4104343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B2</a:t>
          </a:r>
        </a:p>
      </dsp:txBody>
      <dsp:txXfrm>
        <a:off x="4124889" y="3468208"/>
        <a:ext cx="1011153" cy="660405"/>
      </dsp:txXfrm>
    </dsp:sp>
    <dsp:sp modelId="{FED4A75C-8CEF-434A-9AB4-48DBB88B75B8}">
      <dsp:nvSpPr>
        <dsp:cNvPr id="0" name=""/>
        <dsp:cNvSpPr/>
      </dsp:nvSpPr>
      <dsp:spPr>
        <a:xfrm>
          <a:off x="5314426" y="2184967"/>
          <a:ext cx="1334710" cy="2916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5834"/>
              </a:lnTo>
              <a:lnTo>
                <a:pt x="1334710" y="145834"/>
              </a:lnTo>
              <a:lnTo>
                <a:pt x="1334710" y="29166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E3DDD7A-2BA9-4418-9036-D21463086D8F}">
      <dsp:nvSpPr>
        <dsp:cNvPr id="0" name=""/>
        <dsp:cNvSpPr/>
      </dsp:nvSpPr>
      <dsp:spPr>
        <a:xfrm>
          <a:off x="6123013" y="2476636"/>
          <a:ext cx="1052245" cy="701497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 err="1">
              <a:latin typeface="Arial Black" panose="020B0A04020102020204" pitchFamily="34" charset="0"/>
            </a:rPr>
            <a:t>Adm</a:t>
          </a:r>
          <a:r>
            <a:rPr lang="pt-BR" sz="1900" kern="1200" dirty="0">
              <a:latin typeface="Arial Black" panose="020B0A04020102020204" pitchFamily="34" charset="0"/>
            </a:rPr>
            <a:t> C</a:t>
          </a:r>
        </a:p>
      </dsp:txBody>
      <dsp:txXfrm>
        <a:off x="6143559" y="2497182"/>
        <a:ext cx="1011153" cy="660405"/>
      </dsp:txXfrm>
    </dsp:sp>
    <dsp:sp modelId="{F1798BD9-807F-4187-A3A8-EB2C7C21E500}">
      <dsp:nvSpPr>
        <dsp:cNvPr id="0" name=""/>
        <dsp:cNvSpPr/>
      </dsp:nvSpPr>
      <dsp:spPr>
        <a:xfrm>
          <a:off x="5998385" y="3178133"/>
          <a:ext cx="650750" cy="269529"/>
        </a:xfrm>
        <a:custGeom>
          <a:avLst/>
          <a:gdLst/>
          <a:ahLst/>
          <a:cxnLst/>
          <a:rect l="0" t="0" r="0" b="0"/>
          <a:pathLst>
            <a:path>
              <a:moveTo>
                <a:pt x="650750" y="0"/>
              </a:moveTo>
              <a:lnTo>
                <a:pt x="650750" y="134764"/>
              </a:lnTo>
              <a:lnTo>
                <a:pt x="0" y="134764"/>
              </a:lnTo>
              <a:lnTo>
                <a:pt x="0" y="269529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D3401A-F084-442C-87DB-90513621C864}">
      <dsp:nvSpPr>
        <dsp:cNvPr id="0" name=""/>
        <dsp:cNvSpPr/>
      </dsp:nvSpPr>
      <dsp:spPr>
        <a:xfrm>
          <a:off x="5472262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C1</a:t>
          </a:r>
        </a:p>
      </dsp:txBody>
      <dsp:txXfrm>
        <a:off x="5492808" y="3468208"/>
        <a:ext cx="1011153" cy="660405"/>
      </dsp:txXfrm>
    </dsp:sp>
    <dsp:sp modelId="{6D43192E-FC72-4576-894D-3B2E8D17CBE2}">
      <dsp:nvSpPr>
        <dsp:cNvPr id="0" name=""/>
        <dsp:cNvSpPr/>
      </dsp:nvSpPr>
      <dsp:spPr>
        <a:xfrm>
          <a:off x="6649136" y="3178133"/>
          <a:ext cx="717168" cy="26952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4764"/>
              </a:lnTo>
              <a:lnTo>
                <a:pt x="717168" y="134764"/>
              </a:lnTo>
              <a:lnTo>
                <a:pt x="717168" y="269529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E0B355D-CA5B-4B61-BD2B-5BDF6106F36E}">
      <dsp:nvSpPr>
        <dsp:cNvPr id="0" name=""/>
        <dsp:cNvSpPr/>
      </dsp:nvSpPr>
      <dsp:spPr>
        <a:xfrm>
          <a:off x="6840182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C2</a:t>
          </a:r>
        </a:p>
      </dsp:txBody>
      <dsp:txXfrm>
        <a:off x="6860728" y="3468208"/>
        <a:ext cx="1011153" cy="660405"/>
      </dsp:txXfrm>
    </dsp:sp>
    <dsp:sp modelId="{A525126C-DEC1-4377-A39E-9E6940A6EFC5}">
      <dsp:nvSpPr>
        <dsp:cNvPr id="0" name=""/>
        <dsp:cNvSpPr/>
      </dsp:nvSpPr>
      <dsp:spPr>
        <a:xfrm>
          <a:off x="5314426" y="2184967"/>
          <a:ext cx="4103759" cy="2805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0299"/>
              </a:lnTo>
              <a:lnTo>
                <a:pt x="4103759" y="140299"/>
              </a:lnTo>
              <a:lnTo>
                <a:pt x="4103759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61AE6A-6ABD-4091-A990-A041930C7220}">
      <dsp:nvSpPr>
        <dsp:cNvPr id="0" name=""/>
        <dsp:cNvSpPr/>
      </dsp:nvSpPr>
      <dsp:spPr>
        <a:xfrm>
          <a:off x="8892062" y="2465566"/>
          <a:ext cx="1052245" cy="701497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 err="1">
              <a:latin typeface="Arial Black" panose="020B0A04020102020204" pitchFamily="34" charset="0"/>
            </a:rPr>
            <a:t>Adm</a:t>
          </a:r>
          <a:r>
            <a:rPr lang="pt-BR" sz="1900" kern="1200" dirty="0">
              <a:latin typeface="Arial Black" panose="020B0A04020102020204" pitchFamily="34" charset="0"/>
            </a:rPr>
            <a:t> D</a:t>
          </a:r>
        </a:p>
      </dsp:txBody>
      <dsp:txXfrm>
        <a:off x="8912608" y="2486112"/>
        <a:ext cx="1011153" cy="660405"/>
      </dsp:txXfrm>
    </dsp:sp>
    <dsp:sp modelId="{064D8FB8-BF37-4B3D-93C4-1E4A2806315E}">
      <dsp:nvSpPr>
        <dsp:cNvPr id="0" name=""/>
        <dsp:cNvSpPr/>
      </dsp:nvSpPr>
      <dsp:spPr>
        <a:xfrm>
          <a:off x="8734225" y="3167063"/>
          <a:ext cx="683959" cy="280598"/>
        </a:xfrm>
        <a:custGeom>
          <a:avLst/>
          <a:gdLst/>
          <a:ahLst/>
          <a:cxnLst/>
          <a:rect l="0" t="0" r="0" b="0"/>
          <a:pathLst>
            <a:path>
              <a:moveTo>
                <a:pt x="683959" y="0"/>
              </a:moveTo>
              <a:lnTo>
                <a:pt x="683959" y="140299"/>
              </a:lnTo>
              <a:lnTo>
                <a:pt x="0" y="140299"/>
              </a:lnTo>
              <a:lnTo>
                <a:pt x="0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485D06-8FD6-4A1E-B576-9A396170DBD1}">
      <dsp:nvSpPr>
        <dsp:cNvPr id="0" name=""/>
        <dsp:cNvSpPr/>
      </dsp:nvSpPr>
      <dsp:spPr>
        <a:xfrm>
          <a:off x="8208102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D1</a:t>
          </a:r>
        </a:p>
      </dsp:txBody>
      <dsp:txXfrm>
        <a:off x="8228648" y="3468208"/>
        <a:ext cx="1011153" cy="660405"/>
      </dsp:txXfrm>
    </dsp:sp>
    <dsp:sp modelId="{45C3BA89-FC10-4B63-96C0-C9648CEADE9B}">
      <dsp:nvSpPr>
        <dsp:cNvPr id="0" name=""/>
        <dsp:cNvSpPr/>
      </dsp:nvSpPr>
      <dsp:spPr>
        <a:xfrm>
          <a:off x="9418185" y="3167063"/>
          <a:ext cx="683959" cy="2805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0299"/>
              </a:lnTo>
              <a:lnTo>
                <a:pt x="683959" y="140299"/>
              </a:lnTo>
              <a:lnTo>
                <a:pt x="683959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F3BE90-E1DC-4C29-9321-9A80B69BF08C}">
      <dsp:nvSpPr>
        <dsp:cNvPr id="0" name=""/>
        <dsp:cNvSpPr/>
      </dsp:nvSpPr>
      <dsp:spPr>
        <a:xfrm>
          <a:off x="9576022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D2</a:t>
          </a:r>
        </a:p>
      </dsp:txBody>
      <dsp:txXfrm>
        <a:off x="9596568" y="3468208"/>
        <a:ext cx="1011153" cy="66040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8B1E78-12E6-41A2-8766-5B346D675A4F}">
      <dsp:nvSpPr>
        <dsp:cNvPr id="0" name=""/>
        <dsp:cNvSpPr/>
      </dsp:nvSpPr>
      <dsp:spPr>
        <a:xfrm>
          <a:off x="1493961" y="0"/>
          <a:ext cx="954903" cy="47745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50" kern="1200" dirty="0">
              <a:latin typeface="Arial Black" panose="020B0A04020102020204" pitchFamily="34" charset="0"/>
            </a:rPr>
            <a:t>Fornecedor</a:t>
          </a:r>
        </a:p>
      </dsp:txBody>
      <dsp:txXfrm>
        <a:off x="1507945" y="13984"/>
        <a:ext cx="926935" cy="449483"/>
      </dsp:txXfrm>
    </dsp:sp>
    <dsp:sp modelId="{F6591B07-C212-4117-AE6B-0131CA0F5F29}">
      <dsp:nvSpPr>
        <dsp:cNvPr id="0" name=""/>
        <dsp:cNvSpPr/>
      </dsp:nvSpPr>
      <dsp:spPr>
        <a:xfrm rot="3600499">
          <a:off x="2116929" y="837957"/>
          <a:ext cx="497114" cy="167108"/>
        </a:xfrm>
        <a:prstGeom prst="left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800" kern="1200"/>
        </a:p>
      </dsp:txBody>
      <dsp:txXfrm>
        <a:off x="2167061" y="871379"/>
        <a:ext cx="396850" cy="100264"/>
      </dsp:txXfrm>
    </dsp:sp>
    <dsp:sp modelId="{1AEAE374-E81D-474C-A16C-463D4312841F}">
      <dsp:nvSpPr>
        <dsp:cNvPr id="0" name=""/>
        <dsp:cNvSpPr/>
      </dsp:nvSpPr>
      <dsp:spPr>
        <a:xfrm>
          <a:off x="2282109" y="1365570"/>
          <a:ext cx="954903" cy="47745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kern="1200" dirty="0">
              <a:latin typeface="Arial Black" panose="020B0A04020102020204" pitchFamily="34" charset="0"/>
            </a:rPr>
            <a:t>Consumidor</a:t>
          </a:r>
        </a:p>
      </dsp:txBody>
      <dsp:txXfrm>
        <a:off x="2296093" y="1379554"/>
        <a:ext cx="926935" cy="449483"/>
      </dsp:txXfrm>
    </dsp:sp>
    <dsp:sp modelId="{4436F55A-75F0-4677-ACE1-C8B55BB8265E}">
      <dsp:nvSpPr>
        <dsp:cNvPr id="0" name=""/>
        <dsp:cNvSpPr/>
      </dsp:nvSpPr>
      <dsp:spPr>
        <a:xfrm rot="10800000">
          <a:off x="1722855" y="1520742"/>
          <a:ext cx="497114" cy="167108"/>
        </a:xfrm>
        <a:prstGeom prst="mathMinus">
          <a:avLst/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800" kern="1200"/>
        </a:p>
      </dsp:txBody>
      <dsp:txXfrm rot="10800000">
        <a:off x="1772987" y="1554164"/>
        <a:ext cx="396850" cy="100264"/>
      </dsp:txXfrm>
    </dsp:sp>
    <dsp:sp modelId="{2DE332B6-7D20-438B-8E35-568BC6E80611}">
      <dsp:nvSpPr>
        <dsp:cNvPr id="0" name=""/>
        <dsp:cNvSpPr/>
      </dsp:nvSpPr>
      <dsp:spPr>
        <a:xfrm>
          <a:off x="705813" y="1365570"/>
          <a:ext cx="954903" cy="47745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kern="1200" dirty="0">
              <a:latin typeface="Arial Black" panose="020B0A04020102020204" pitchFamily="34" charset="0"/>
            </a:rPr>
            <a:t>Consumidor</a:t>
          </a:r>
        </a:p>
      </dsp:txBody>
      <dsp:txXfrm>
        <a:off x="719797" y="1379554"/>
        <a:ext cx="926935" cy="449483"/>
      </dsp:txXfrm>
    </dsp:sp>
    <dsp:sp modelId="{94E167B3-B40B-451E-AD4D-FD3B49DE582C}">
      <dsp:nvSpPr>
        <dsp:cNvPr id="0" name=""/>
        <dsp:cNvSpPr/>
      </dsp:nvSpPr>
      <dsp:spPr>
        <a:xfrm rot="17999501">
          <a:off x="1328781" y="837957"/>
          <a:ext cx="497114" cy="167108"/>
        </a:xfrm>
        <a:prstGeom prst="left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800" kern="1200"/>
        </a:p>
      </dsp:txBody>
      <dsp:txXfrm>
        <a:off x="1378913" y="871379"/>
        <a:ext cx="396850" cy="1002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3370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2606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8836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6359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8821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3356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9761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1648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1777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1767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56528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657358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926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62476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13227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65069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5118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9608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49D016-B740-4DFC-A36C-0421CCB4D550}" type="datetimeFigureOut">
              <a:rPr lang="pt-BR" smtClean="0"/>
              <a:t>02/05/2022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1256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  <p:sldLayoutId id="214748369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D817A4C-00BD-04B9-CD8F-F4E96939EFD8}"/>
              </a:ext>
            </a:extLst>
          </p:cNvPr>
          <p:cNvSpPr/>
          <p:nvPr/>
        </p:nvSpPr>
        <p:spPr>
          <a:xfrm>
            <a:off x="1646072" y="2111658"/>
            <a:ext cx="8698535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40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  <a:latin typeface="Arial Black" panose="020B0A04020102020204" pitchFamily="34" charset="0"/>
              </a:rPr>
              <a:t>Arquitetura de Microsserviços</a:t>
            </a:r>
            <a:endParaRPr lang="pt-BR" sz="40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solidFill>
                <a:schemeClr val="accent2">
                  <a:lumMod val="60000"/>
                  <a:lumOff val="40000"/>
                </a:schemeClr>
              </a:solidFill>
              <a:effectLst>
                <a:innerShdw blurRad="177800">
                  <a:schemeClr val="accent3">
                    <a:lumMod val="50000"/>
                  </a:schemeClr>
                </a:innerShdw>
              </a:effectLst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057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930A476E-22DC-BB87-6BE7-6351C6F971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4860329"/>
              </p:ext>
            </p:extLst>
          </p:nvPr>
        </p:nvGraphicFramePr>
        <p:xfrm>
          <a:off x="704675" y="1233182"/>
          <a:ext cx="10628852" cy="47313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Retângulo 6">
            <a:extLst>
              <a:ext uri="{FF2B5EF4-FFF2-40B4-BE49-F238E27FC236}">
                <a16:creationId xmlns:a16="http://schemas.microsoft.com/office/drawing/2014/main" id="{76E99B7B-E2F5-92E1-585E-A5858C9DA86C}"/>
              </a:ext>
            </a:extLst>
          </p:cNvPr>
          <p:cNvSpPr/>
          <p:nvPr/>
        </p:nvSpPr>
        <p:spPr>
          <a:xfrm>
            <a:off x="627964" y="406324"/>
            <a:ext cx="5395332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3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bg2">
                    <a:lumMod val="50000"/>
                  </a:schemeClr>
                </a:solidFill>
                <a:latin typeface="Arial Black" panose="020B0A04020102020204" pitchFamily="34" charset="0"/>
              </a:rPr>
              <a:t>Case : Era uma vez...</a:t>
            </a:r>
          </a:p>
        </p:txBody>
      </p:sp>
    </p:spTree>
    <p:extLst>
      <p:ext uri="{BB962C8B-B14F-4D97-AF65-F5344CB8AC3E}">
        <p14:creationId xmlns:p14="http://schemas.microsoft.com/office/powerpoint/2010/main" val="114619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A7B22FAB-83D7-9084-08AD-09E981036517}"/>
              </a:ext>
            </a:extLst>
          </p:cNvPr>
          <p:cNvSpPr/>
          <p:nvPr/>
        </p:nvSpPr>
        <p:spPr>
          <a:xfrm>
            <a:off x="671119" y="587228"/>
            <a:ext cx="4815281" cy="329687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F0A1E838-8487-07A4-180D-A21F38BA8E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5973680"/>
              </p:ext>
            </p:extLst>
          </p:nvPr>
        </p:nvGraphicFramePr>
        <p:xfrm>
          <a:off x="981513" y="1585519"/>
          <a:ext cx="3942826" cy="18434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E4C3C2EC-0733-4923-9883-66C11A3EB32A}"/>
              </a:ext>
            </a:extLst>
          </p:cNvPr>
          <p:cNvSpPr txBox="1"/>
          <p:nvPr/>
        </p:nvSpPr>
        <p:spPr>
          <a:xfrm>
            <a:off x="5796791" y="858274"/>
            <a:ext cx="535217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Empresa “Pague Sua Divida”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Dona dos Dados fornece para os Escritórios de Cobrança que Consomem os Dados delas, Requisição e Respostas.</a:t>
            </a:r>
          </a:p>
          <a:p>
            <a:endParaRPr lang="pt-BR" b="1" dirty="0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Escritórios de Cobrança obtém os dados realizam operações de cobrança e retornam os mesmos para o fornecedor através de comunicação via web service e Jobs noturnos.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pt-BR" b="1" dirty="0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Pague suas Divida presta contas com Banco Pai.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CD219A9-8DA9-E443-6EBD-9D4C74CB4A66}"/>
              </a:ext>
            </a:extLst>
          </p:cNvPr>
          <p:cNvSpPr/>
          <p:nvPr/>
        </p:nvSpPr>
        <p:spPr>
          <a:xfrm>
            <a:off x="2457974" y="810537"/>
            <a:ext cx="1048624" cy="408464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latin typeface="Arial Black" panose="020B0A04020102020204" pitchFamily="34" charset="0"/>
              </a:rPr>
              <a:t>Banco Pai</a:t>
            </a:r>
          </a:p>
        </p:txBody>
      </p:sp>
      <p:sp>
        <p:nvSpPr>
          <p:cNvPr id="8" name="Seta: de Cima para Baixo 7">
            <a:extLst>
              <a:ext uri="{FF2B5EF4-FFF2-40B4-BE49-F238E27FC236}">
                <a16:creationId xmlns:a16="http://schemas.microsoft.com/office/drawing/2014/main" id="{7894583E-4D5E-EFE7-64DF-7259798D7184}"/>
              </a:ext>
            </a:extLst>
          </p:cNvPr>
          <p:cNvSpPr/>
          <p:nvPr/>
        </p:nvSpPr>
        <p:spPr>
          <a:xfrm>
            <a:off x="2869036" y="1255453"/>
            <a:ext cx="167780" cy="293614"/>
          </a:xfrm>
          <a:prstGeom prst="up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5786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6A9C6A-358B-BDD9-1411-155E124A1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725" y="279667"/>
            <a:ext cx="6706488" cy="771789"/>
          </a:xfrm>
        </p:spPr>
        <p:txBody>
          <a:bodyPr>
            <a:normAutofit fontScale="90000"/>
          </a:bodyPr>
          <a:lstStyle/>
          <a:p>
            <a:r>
              <a:rPr lang="pt-BR" dirty="0">
                <a:solidFill>
                  <a:schemeClr val="bg2">
                    <a:lumMod val="50000"/>
                  </a:schemeClr>
                </a:solidFill>
                <a:latin typeface="Arial Black" panose="020B0A04020102020204" pitchFamily="34" charset="0"/>
              </a:rPr>
              <a:t>Até ai tudo lindo mas .....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A1B960C-0BFD-2BFC-500A-4DA54B4851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3485" y="1223195"/>
            <a:ext cx="8473408" cy="4792337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12D2BFE3-15EC-865C-ADEB-755999ECD22B}"/>
              </a:ext>
            </a:extLst>
          </p:cNvPr>
          <p:cNvSpPr/>
          <p:nvPr/>
        </p:nvSpPr>
        <p:spPr>
          <a:xfrm rot="20349315">
            <a:off x="6070281" y="1642561"/>
            <a:ext cx="5625426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3600" b="1" cap="none" spc="0" dirty="0">
                <a:ln w="12700" cmpd="sng">
                  <a:solidFill>
                    <a:srgbClr val="FFFF00"/>
                  </a:solidFill>
                  <a:prstDash val="solid"/>
                </a:ln>
                <a:solidFill>
                  <a:srgbClr val="FFFF00"/>
                </a:solidFill>
                <a:effectLst/>
                <a:latin typeface="Arial Black" panose="020B0A04020102020204" pitchFamily="34" charset="0"/>
              </a:rPr>
              <a:t>Pague suas dividas com até 90% de Desconto...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1BB3EE3-415F-8C4A-F20D-6E7D18B7C17E}"/>
              </a:ext>
            </a:extLst>
          </p:cNvPr>
          <p:cNvSpPr/>
          <p:nvPr/>
        </p:nvSpPr>
        <p:spPr>
          <a:xfrm rot="1054421">
            <a:off x="579319" y="2902576"/>
            <a:ext cx="389397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32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Arial Black" panose="020B0A04020102020204" pitchFamily="34" charset="0"/>
              </a:rPr>
              <a:t>Comercial na TV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26C095F-974E-7C5E-4512-6E25BBA8DCF7}"/>
              </a:ext>
            </a:extLst>
          </p:cNvPr>
          <p:cNvSpPr/>
          <p:nvPr/>
        </p:nvSpPr>
        <p:spPr>
          <a:xfrm>
            <a:off x="3621785" y="4654717"/>
            <a:ext cx="4640932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800" b="1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tx2">
                    <a:lumMod val="75000"/>
                  </a:schemeClr>
                </a:solidFill>
                <a:effectLst>
                  <a:outerShdw dist="38100" dir="2640000" algn="bl" rotWithShape="0">
                    <a:schemeClr val="accent1"/>
                  </a:outerShdw>
                </a:effectLst>
                <a:latin typeface="Arial Black" panose="020B0A04020102020204" pitchFamily="34" charset="0"/>
              </a:rPr>
              <a:t>Pico de Requisições</a:t>
            </a:r>
            <a:endParaRPr lang="pt-BR" sz="28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tx2">
                  <a:lumMod val="75000"/>
                </a:schemeClr>
              </a:solidFill>
              <a:effectLst>
                <a:outerShdw dist="38100" dir="2640000" algn="bl" rotWithShape="0">
                  <a:schemeClr val="accent1"/>
                </a:outerShdw>
              </a:effectLst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877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B9372DD-32D8-9285-36BF-271D85614D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2509" y="4418341"/>
            <a:ext cx="2532363" cy="1418931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97C48B41-4B78-D178-DCB5-3E8EFA7AC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65" y="1442121"/>
            <a:ext cx="7010534" cy="368568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1842799B-9D67-58DD-8561-FF7CA7297F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6927" y="781117"/>
            <a:ext cx="1617308" cy="2380828"/>
          </a:xfrm>
          <a:prstGeom prst="rect">
            <a:avLst/>
          </a:prstGeom>
        </p:spPr>
      </p:pic>
      <p:sp>
        <p:nvSpPr>
          <p:cNvPr id="8" name="Balão de Pensamento: Nuvem 7">
            <a:extLst>
              <a:ext uri="{FF2B5EF4-FFF2-40B4-BE49-F238E27FC236}">
                <a16:creationId xmlns:a16="http://schemas.microsoft.com/office/drawing/2014/main" id="{0EBC3D66-97B8-4607-4975-BFD295F19190}"/>
              </a:ext>
            </a:extLst>
          </p:cNvPr>
          <p:cNvSpPr/>
          <p:nvPr/>
        </p:nvSpPr>
        <p:spPr>
          <a:xfrm>
            <a:off x="7426295" y="273465"/>
            <a:ext cx="2426090" cy="1264778"/>
          </a:xfrm>
          <a:prstGeom prst="cloudCallout">
            <a:avLst>
              <a:gd name="adj1" fmla="val 36935"/>
              <a:gd name="adj2" fmla="val 48986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Arial Black" panose="020B0A04020102020204" pitchFamily="34" charset="0"/>
              </a:rPr>
              <a:t>Porque eu escolhi trabalhar com isso </a:t>
            </a:r>
            <a:r>
              <a:rPr lang="pt-BR" dirty="0"/>
              <a:t>?</a:t>
            </a:r>
          </a:p>
        </p:txBody>
      </p:sp>
      <p:sp>
        <p:nvSpPr>
          <p:cNvPr id="9" name="Balão de Fala: Oval 8">
            <a:extLst>
              <a:ext uri="{FF2B5EF4-FFF2-40B4-BE49-F238E27FC236}">
                <a16:creationId xmlns:a16="http://schemas.microsoft.com/office/drawing/2014/main" id="{44B3F2E6-FB69-69C0-4F3A-934FC18590FB}"/>
              </a:ext>
            </a:extLst>
          </p:cNvPr>
          <p:cNvSpPr/>
          <p:nvPr/>
        </p:nvSpPr>
        <p:spPr>
          <a:xfrm>
            <a:off x="8212509" y="3103222"/>
            <a:ext cx="1932266" cy="999694"/>
          </a:xfrm>
          <a:prstGeom prst="wedgeEllipseCallout">
            <a:avLst>
              <a:gd name="adj1" fmla="val 11820"/>
              <a:gd name="adj2" fmla="val 61529"/>
            </a:avLst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latin typeface="Arial Black" panose="020B0A04020102020204" pitchFamily="34" charset="0"/>
              </a:rPr>
              <a:t>RESOLVAM ISSO JÁ !!!!!!!!</a:t>
            </a:r>
          </a:p>
        </p:txBody>
      </p:sp>
    </p:spTree>
    <p:extLst>
      <p:ext uri="{BB962C8B-B14F-4D97-AF65-F5344CB8AC3E}">
        <p14:creationId xmlns:p14="http://schemas.microsoft.com/office/powerpoint/2010/main" val="3117489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6684C6-CA70-0B10-409D-440EAF386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3534" y="709438"/>
            <a:ext cx="6082018" cy="714724"/>
          </a:xfrm>
        </p:spPr>
        <p:txBody>
          <a:bodyPr>
            <a:normAutofit fontScale="90000"/>
          </a:bodyPr>
          <a:lstStyle/>
          <a:p>
            <a:r>
              <a:rPr lang="pt-BR" sz="28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Uma Nova Forma de Pensar </a:t>
            </a:r>
            <a:br>
              <a:rPr lang="pt-BR" sz="28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28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de MicroSserviços </a:t>
            </a: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5C272DB1-6698-FCB3-1AF2-1A2675E4011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497049" y="2070099"/>
            <a:ext cx="3678068" cy="2728403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D94AB168-3A6B-031B-2971-8C77CF1F10C0}"/>
              </a:ext>
            </a:extLst>
          </p:cNvPr>
          <p:cNvSpPr txBox="1"/>
          <p:nvPr/>
        </p:nvSpPr>
        <p:spPr>
          <a:xfrm>
            <a:off x="5658374" y="2274838"/>
            <a:ext cx="37666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	Quebrar o Sistema em Pedaços que funcionem de forma independente mas que se comuniquem de alguma forma .</a:t>
            </a:r>
          </a:p>
          <a:p>
            <a:endParaRPr lang="pt-BR" sz="1600" dirty="0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Identificar os domínios que possam ser isolados a ponto que um serviço realiza apenas uma função e tenha seu próprio banco de dados.</a:t>
            </a:r>
          </a:p>
        </p:txBody>
      </p:sp>
    </p:spTree>
    <p:extLst>
      <p:ext uri="{BB962C8B-B14F-4D97-AF65-F5344CB8AC3E}">
        <p14:creationId xmlns:p14="http://schemas.microsoft.com/office/powerpoint/2010/main" val="4213101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FA3E0184-1DC1-03FE-419A-6D3CEEC72BE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924278" y="1771316"/>
            <a:ext cx="2705934" cy="3541712"/>
          </a:xfrm>
        </p:spPr>
      </p:pic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F524E3BD-84A6-B09A-5258-091F9564D05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00888" y="1771316"/>
            <a:ext cx="3466834" cy="3541712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AC07CC59-1F12-C136-156C-7CB19E3525FD}"/>
              </a:ext>
            </a:extLst>
          </p:cNvPr>
          <p:cNvSpPr txBox="1"/>
          <p:nvPr/>
        </p:nvSpPr>
        <p:spPr>
          <a:xfrm>
            <a:off x="1873688" y="1360306"/>
            <a:ext cx="2807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Monolito, acoplado.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C5AEE14-9088-BDC5-434F-9E608E081E62}"/>
              </a:ext>
            </a:extLst>
          </p:cNvPr>
          <p:cNvSpPr txBox="1"/>
          <p:nvPr/>
        </p:nvSpPr>
        <p:spPr>
          <a:xfrm>
            <a:off x="6660859" y="1124985"/>
            <a:ext cx="3363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2">
                    <a:lumMod val="75000"/>
                  </a:schemeClr>
                </a:solidFill>
              </a:rPr>
              <a:t>Microsserviços ,funcionais de forma desacoplada.</a:t>
            </a:r>
          </a:p>
        </p:txBody>
      </p:sp>
    </p:spTree>
    <p:extLst>
      <p:ext uri="{BB962C8B-B14F-4D97-AF65-F5344CB8AC3E}">
        <p14:creationId xmlns:p14="http://schemas.microsoft.com/office/powerpoint/2010/main" val="409398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C4DAD9-0E97-6F09-CF9B-667D6C675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0012543-98F8-BC1A-94F6-CCBF8601A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E69D53E-05A4-F565-0D54-F62651762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67889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81</TotalTime>
  <Words>204</Words>
  <Application>Microsoft Office PowerPoint</Application>
  <PresentationFormat>Widescreen</PresentationFormat>
  <Paragraphs>38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3" baseType="lpstr">
      <vt:lpstr>Arial</vt:lpstr>
      <vt:lpstr>Arial Black</vt:lpstr>
      <vt:lpstr>Tw Cen MT</vt:lpstr>
      <vt:lpstr>Wingdings</vt:lpstr>
      <vt:lpstr>Circuito</vt:lpstr>
      <vt:lpstr>Apresentação do PowerPoint</vt:lpstr>
      <vt:lpstr>Apresentação do PowerPoint</vt:lpstr>
      <vt:lpstr>Apresentação do PowerPoint</vt:lpstr>
      <vt:lpstr>Até ai tudo lindo mas .....</vt:lpstr>
      <vt:lpstr>Apresentação do PowerPoint</vt:lpstr>
      <vt:lpstr>    Uma Nova Forma de Pensar  Arquitetura de MicroSserviços 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Paulo Ricardo Carvalho Horacio</dc:creator>
  <cp:lastModifiedBy>Paulo Ricardo Carvalho Horacio</cp:lastModifiedBy>
  <cp:revision>20</cp:revision>
  <dcterms:created xsi:type="dcterms:W3CDTF">2022-05-03T01:03:46Z</dcterms:created>
  <dcterms:modified xsi:type="dcterms:W3CDTF">2022-05-03T02:25:34Z</dcterms:modified>
</cp:coreProperties>
</file>