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3" r:id="rId22"/>
    <p:sldId id="274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0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495F4-4FB9-4014-9BD1-86DC8D14C5BC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44DA438-E564-4577-8CC8-4B51DCB6B2D2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1200" dirty="0">
              <a:latin typeface="Arial" panose="020B0604020202020204" pitchFamily="34" charset="0"/>
              <a:cs typeface="Arial" panose="020B0604020202020204" pitchFamily="34" charset="0"/>
            </a:rPr>
            <a:t>Banco</a:t>
          </a:r>
        </a:p>
      </dgm:t>
    </dgm:pt>
    <dgm:pt modelId="{E1055868-98CB-4ACA-BDD9-94C8572F8902}" type="parTrans" cxnId="{9EC68455-C6EB-4B5B-A161-3666DE838078}">
      <dgm:prSet/>
      <dgm:spPr/>
      <dgm:t>
        <a:bodyPr/>
        <a:lstStyle/>
        <a:p>
          <a:endParaRPr lang="pt-BR"/>
        </a:p>
      </dgm:t>
    </dgm:pt>
    <dgm:pt modelId="{CBC0464F-7B39-4593-87CB-0486F85187D5}" type="sibTrans" cxnId="{9EC68455-C6EB-4B5B-A161-3666DE838078}">
      <dgm:prSet/>
      <dgm:spPr/>
      <dgm:t>
        <a:bodyPr/>
        <a:lstStyle/>
        <a:p>
          <a:endParaRPr lang="pt-BR"/>
        </a:p>
      </dgm:t>
    </dgm:pt>
    <dgm:pt modelId="{B3BDF9F1-9695-4D07-89EC-815FDA0DCA36}">
      <dgm:prSet phldrT="[Texto]" custT="1"/>
      <dgm:spPr/>
      <dgm:t>
        <a:bodyPr/>
        <a:lstStyle/>
        <a:p>
          <a:r>
            <a:rPr lang="pt-BR" sz="1200" dirty="0">
              <a:latin typeface="Arial" panose="020B0604020202020204" pitchFamily="34" charset="0"/>
              <a:cs typeface="Arial" panose="020B0604020202020204" pitchFamily="34" charset="0"/>
            </a:rPr>
            <a:t>Pague sua Divida</a:t>
          </a:r>
        </a:p>
      </dgm:t>
    </dgm:pt>
    <dgm:pt modelId="{5D8D9DF2-E094-40BA-A6EF-BCC80ECAF950}" type="parTrans" cxnId="{A609EB1C-0293-4CA3-B16E-AF296493D3EC}">
      <dgm:prSet/>
      <dgm:spPr/>
      <dgm:t>
        <a:bodyPr/>
        <a:lstStyle/>
        <a:p>
          <a:endParaRPr lang="pt-BR"/>
        </a:p>
      </dgm:t>
    </dgm:pt>
    <dgm:pt modelId="{94AB6097-4BCA-4BD7-A969-165421F87C94}" type="sibTrans" cxnId="{A609EB1C-0293-4CA3-B16E-AF296493D3EC}">
      <dgm:prSet/>
      <dgm:spPr/>
      <dgm:t>
        <a:bodyPr/>
        <a:lstStyle/>
        <a:p>
          <a:endParaRPr lang="pt-BR"/>
        </a:p>
      </dgm:t>
    </dgm:pt>
    <dgm:pt modelId="{83689106-46B0-4D12-AFA0-CCB3B8C8E3BF}">
      <dgm:prSet phldrT="[Texto]"/>
      <dgm:spPr>
        <a:solidFill>
          <a:srgbClr val="7030A0"/>
        </a:solidFill>
      </dgm:spPr>
      <dgm:t>
        <a:bodyPr/>
        <a:lstStyle/>
        <a:p>
          <a:r>
            <a:rPr lang="pt-BR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 A</a:t>
          </a:r>
        </a:p>
      </dgm:t>
    </dgm:pt>
    <dgm:pt modelId="{07E23B77-C785-455F-8A52-B5B2108289FD}" type="parTrans" cxnId="{391DE8A7-1059-4B10-B497-C39C9C442F59}">
      <dgm:prSet/>
      <dgm:spPr/>
      <dgm:t>
        <a:bodyPr/>
        <a:lstStyle/>
        <a:p>
          <a:endParaRPr lang="pt-BR"/>
        </a:p>
      </dgm:t>
    </dgm:pt>
    <dgm:pt modelId="{073CEFC1-3ED2-4CFD-8FCA-CEFC86999109}" type="sibTrans" cxnId="{391DE8A7-1059-4B10-B497-C39C9C442F59}">
      <dgm:prSet/>
      <dgm:spPr/>
      <dgm:t>
        <a:bodyPr/>
        <a:lstStyle/>
        <a:p>
          <a:endParaRPr lang="pt-BR"/>
        </a:p>
      </dgm:t>
    </dgm:pt>
    <dgm:pt modelId="{0A0C1633-D798-422C-8CD7-A9AAD8BB3D38}">
      <dgm:prSet phldrT="[Texto]"/>
      <dgm:spPr>
        <a:solidFill>
          <a:srgbClr val="7030A0"/>
        </a:solidFill>
      </dgm:spPr>
      <dgm:t>
        <a:bodyPr/>
        <a:lstStyle/>
        <a:p>
          <a:r>
            <a:rPr lang="pt-BR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 B</a:t>
          </a:r>
        </a:p>
      </dgm:t>
    </dgm:pt>
    <dgm:pt modelId="{9CBFB3D4-1424-43CF-A8BF-D33D790931DB}" type="parTrans" cxnId="{DD9DF6FD-4D84-4BB9-B7C4-AD50A3D8481D}">
      <dgm:prSet/>
      <dgm:spPr/>
      <dgm:t>
        <a:bodyPr/>
        <a:lstStyle/>
        <a:p>
          <a:endParaRPr lang="pt-BR"/>
        </a:p>
      </dgm:t>
    </dgm:pt>
    <dgm:pt modelId="{83BF7C10-26A2-4097-86BD-2A0D7F9CE14C}" type="sibTrans" cxnId="{DD9DF6FD-4D84-4BB9-B7C4-AD50A3D8481D}">
      <dgm:prSet/>
      <dgm:spPr/>
      <dgm:t>
        <a:bodyPr/>
        <a:lstStyle/>
        <a:p>
          <a:endParaRPr lang="pt-BR"/>
        </a:p>
      </dgm:t>
    </dgm:pt>
    <dgm:pt modelId="{4939D3AD-8311-4837-8A96-2EB996838758}">
      <dgm:prSet phldrT="[Texto]"/>
      <dgm:spPr>
        <a:solidFill>
          <a:srgbClr val="7030A0"/>
        </a:solidFill>
      </dgm:spPr>
      <dgm:t>
        <a:bodyPr/>
        <a:lstStyle/>
        <a:p>
          <a:r>
            <a:rPr lang="pt-BR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 C</a:t>
          </a:r>
        </a:p>
      </dgm:t>
    </dgm:pt>
    <dgm:pt modelId="{BE431A9B-A7C6-4D7E-B5E1-34828894C8A2}" type="parTrans" cxnId="{8979A9D2-259F-4A05-8683-E006ECC0B7B8}">
      <dgm:prSet/>
      <dgm:spPr/>
      <dgm:t>
        <a:bodyPr/>
        <a:lstStyle/>
        <a:p>
          <a:endParaRPr lang="pt-BR"/>
        </a:p>
      </dgm:t>
    </dgm:pt>
    <dgm:pt modelId="{048AF60F-D35E-42E8-81E7-5FE79F92C69E}" type="sibTrans" cxnId="{8979A9D2-259F-4A05-8683-E006ECC0B7B8}">
      <dgm:prSet/>
      <dgm:spPr/>
      <dgm:t>
        <a:bodyPr/>
        <a:lstStyle/>
        <a:p>
          <a:endParaRPr lang="pt-BR"/>
        </a:p>
      </dgm:t>
    </dgm:pt>
    <dgm:pt modelId="{EE8C1072-8672-42B0-82F7-246AB94277B1}">
      <dgm:prSet/>
      <dgm:spPr>
        <a:solidFill>
          <a:srgbClr val="7030A0"/>
        </a:solidFill>
      </dgm:spPr>
      <dgm:t>
        <a:bodyPr/>
        <a:lstStyle/>
        <a:p>
          <a:r>
            <a:rPr lang="pt-BR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 D</a:t>
          </a:r>
        </a:p>
      </dgm:t>
    </dgm:pt>
    <dgm:pt modelId="{4CDE7EDA-6A24-4271-A251-2A7D63968D93}" type="parTrans" cxnId="{9EF70820-A04A-44B8-A76D-272F44E7C794}">
      <dgm:prSet/>
      <dgm:spPr/>
      <dgm:t>
        <a:bodyPr/>
        <a:lstStyle/>
        <a:p>
          <a:endParaRPr lang="pt-BR"/>
        </a:p>
      </dgm:t>
    </dgm:pt>
    <dgm:pt modelId="{9EB3D0C1-0A43-49D7-9481-AA5ACFF017E3}" type="sibTrans" cxnId="{9EF70820-A04A-44B8-A76D-272F44E7C794}">
      <dgm:prSet/>
      <dgm:spPr/>
      <dgm:t>
        <a:bodyPr/>
        <a:lstStyle/>
        <a:p>
          <a:endParaRPr lang="pt-BR"/>
        </a:p>
      </dgm:t>
    </dgm:pt>
    <dgm:pt modelId="{76DC3492-294F-41EA-89E1-723E234B5229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A1</a:t>
          </a:r>
        </a:p>
      </dgm:t>
    </dgm:pt>
    <dgm:pt modelId="{CEB520A0-7B84-4446-8C10-45CAD1A7F4EE}" type="parTrans" cxnId="{9D185B27-675A-4F74-9615-0517E2C3D599}">
      <dgm:prSet/>
      <dgm:spPr/>
      <dgm:t>
        <a:bodyPr/>
        <a:lstStyle/>
        <a:p>
          <a:endParaRPr lang="pt-BR"/>
        </a:p>
      </dgm:t>
    </dgm:pt>
    <dgm:pt modelId="{86B650B5-9251-4879-BED8-1CC6862DAB25}" type="sibTrans" cxnId="{9D185B27-675A-4F74-9615-0517E2C3D599}">
      <dgm:prSet/>
      <dgm:spPr/>
      <dgm:t>
        <a:bodyPr/>
        <a:lstStyle/>
        <a:p>
          <a:endParaRPr lang="pt-BR"/>
        </a:p>
      </dgm:t>
    </dgm:pt>
    <dgm:pt modelId="{2C39DDDB-E71B-4D3E-9F48-E4B8751C7C9D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A2</a:t>
          </a:r>
        </a:p>
      </dgm:t>
    </dgm:pt>
    <dgm:pt modelId="{6099CFDE-3C72-4C8D-90F7-E16D9939F27C}" type="parTrans" cxnId="{5420A0D9-9897-4518-9734-4712D4791AFC}">
      <dgm:prSet/>
      <dgm:spPr/>
      <dgm:t>
        <a:bodyPr/>
        <a:lstStyle/>
        <a:p>
          <a:endParaRPr lang="pt-BR"/>
        </a:p>
      </dgm:t>
    </dgm:pt>
    <dgm:pt modelId="{7E65E469-4C5A-48E1-A9DE-FAB18F4103CF}" type="sibTrans" cxnId="{5420A0D9-9897-4518-9734-4712D4791AFC}">
      <dgm:prSet/>
      <dgm:spPr/>
      <dgm:t>
        <a:bodyPr/>
        <a:lstStyle/>
        <a:p>
          <a:endParaRPr lang="pt-BR"/>
        </a:p>
      </dgm:t>
    </dgm:pt>
    <dgm:pt modelId="{6DE640D1-4CDB-4DAA-80C3-B75EAC59861E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B1</a:t>
          </a:r>
        </a:p>
      </dgm:t>
    </dgm:pt>
    <dgm:pt modelId="{EF85CCF9-5BD4-49B2-93BE-9D890C66D6EC}" type="parTrans" cxnId="{08020731-49AB-434B-85FC-A22D0766EEB0}">
      <dgm:prSet/>
      <dgm:spPr/>
      <dgm:t>
        <a:bodyPr/>
        <a:lstStyle/>
        <a:p>
          <a:endParaRPr lang="pt-BR"/>
        </a:p>
      </dgm:t>
    </dgm:pt>
    <dgm:pt modelId="{99AE625E-79B8-43BC-BF5A-F45F6AB73D33}" type="sibTrans" cxnId="{08020731-49AB-434B-85FC-A22D0766EEB0}">
      <dgm:prSet/>
      <dgm:spPr/>
      <dgm:t>
        <a:bodyPr/>
        <a:lstStyle/>
        <a:p>
          <a:endParaRPr lang="pt-BR"/>
        </a:p>
      </dgm:t>
    </dgm:pt>
    <dgm:pt modelId="{6616CFF9-169F-4D92-ABAA-FF59883C47FC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B2</a:t>
          </a:r>
        </a:p>
      </dgm:t>
    </dgm:pt>
    <dgm:pt modelId="{E3034D41-B9ED-4E7B-9BDE-7E8066E57A4E}" type="parTrans" cxnId="{6E5954CA-CBF7-4567-B85B-6D94ADBC2882}">
      <dgm:prSet/>
      <dgm:spPr/>
      <dgm:t>
        <a:bodyPr/>
        <a:lstStyle/>
        <a:p>
          <a:endParaRPr lang="pt-BR"/>
        </a:p>
      </dgm:t>
    </dgm:pt>
    <dgm:pt modelId="{A3AAEB2E-155C-44C9-9027-A6706EC8D6DE}" type="sibTrans" cxnId="{6E5954CA-CBF7-4567-B85B-6D94ADBC2882}">
      <dgm:prSet/>
      <dgm:spPr/>
      <dgm:t>
        <a:bodyPr/>
        <a:lstStyle/>
        <a:p>
          <a:endParaRPr lang="pt-BR"/>
        </a:p>
      </dgm:t>
    </dgm:pt>
    <dgm:pt modelId="{C9BCB3D3-D1F9-4A09-8280-75268A7F9DA7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C1</a:t>
          </a:r>
        </a:p>
      </dgm:t>
    </dgm:pt>
    <dgm:pt modelId="{1C89D37D-8775-42B6-8479-9A77E897AE0C}" type="parTrans" cxnId="{40741B45-4EDF-4A14-ADDC-528AE75CC36D}">
      <dgm:prSet/>
      <dgm:spPr/>
      <dgm:t>
        <a:bodyPr/>
        <a:lstStyle/>
        <a:p>
          <a:endParaRPr lang="pt-BR"/>
        </a:p>
      </dgm:t>
    </dgm:pt>
    <dgm:pt modelId="{3CC1A0C1-BD8B-47CB-9F49-EFDD95F0BB59}" type="sibTrans" cxnId="{40741B45-4EDF-4A14-ADDC-528AE75CC36D}">
      <dgm:prSet/>
      <dgm:spPr/>
      <dgm:t>
        <a:bodyPr/>
        <a:lstStyle/>
        <a:p>
          <a:endParaRPr lang="pt-BR"/>
        </a:p>
      </dgm:t>
    </dgm:pt>
    <dgm:pt modelId="{CA41210F-88E6-47C3-AA08-0426F5217553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C2</a:t>
          </a:r>
        </a:p>
      </dgm:t>
    </dgm:pt>
    <dgm:pt modelId="{7A8E15FE-B501-4AB3-9DAA-932DDC9B8B1E}" type="parTrans" cxnId="{46C9FF8D-D25E-4A26-9BD7-FC06D0AC7DEE}">
      <dgm:prSet/>
      <dgm:spPr/>
      <dgm:t>
        <a:bodyPr/>
        <a:lstStyle/>
        <a:p>
          <a:endParaRPr lang="pt-BR"/>
        </a:p>
      </dgm:t>
    </dgm:pt>
    <dgm:pt modelId="{8CAF15C9-4955-436D-A506-1706CC362939}" type="sibTrans" cxnId="{46C9FF8D-D25E-4A26-9BD7-FC06D0AC7DEE}">
      <dgm:prSet/>
      <dgm:spPr/>
      <dgm:t>
        <a:bodyPr/>
        <a:lstStyle/>
        <a:p>
          <a:endParaRPr lang="pt-BR"/>
        </a:p>
      </dgm:t>
    </dgm:pt>
    <dgm:pt modelId="{B19FB4AA-9025-49AB-AB5D-2E78B0841A42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D1</a:t>
          </a:r>
        </a:p>
      </dgm:t>
    </dgm:pt>
    <dgm:pt modelId="{B6D5F10E-EE05-4B03-9BB7-AAA8079C22C5}" type="parTrans" cxnId="{497AB935-C9A0-4505-8CF2-3DCF7E2E27DF}">
      <dgm:prSet/>
      <dgm:spPr/>
      <dgm:t>
        <a:bodyPr/>
        <a:lstStyle/>
        <a:p>
          <a:endParaRPr lang="pt-BR"/>
        </a:p>
      </dgm:t>
    </dgm:pt>
    <dgm:pt modelId="{03A3821D-41E6-4403-B943-4760B350AAA9}" type="sibTrans" cxnId="{497AB935-C9A0-4505-8CF2-3DCF7E2E27DF}">
      <dgm:prSet/>
      <dgm:spPr/>
      <dgm:t>
        <a:bodyPr/>
        <a:lstStyle/>
        <a:p>
          <a:endParaRPr lang="pt-BR"/>
        </a:p>
      </dgm:t>
    </dgm:pt>
    <dgm:pt modelId="{44910B9C-8C1B-4448-A056-AADEB80EE018}">
      <dgm:prSet/>
      <dgm:spPr>
        <a:solidFill>
          <a:srgbClr val="92D050"/>
        </a:solidFill>
      </dgm:spPr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Agência D2</a:t>
          </a:r>
        </a:p>
      </dgm:t>
    </dgm:pt>
    <dgm:pt modelId="{CCAEE248-A861-4619-8F76-F095B2D9DF53}" type="parTrans" cxnId="{0A63B0F9-8A07-4BDA-A0A8-1FDE2F6A2D03}">
      <dgm:prSet/>
      <dgm:spPr/>
      <dgm:t>
        <a:bodyPr/>
        <a:lstStyle/>
        <a:p>
          <a:endParaRPr lang="pt-BR"/>
        </a:p>
      </dgm:t>
    </dgm:pt>
    <dgm:pt modelId="{1ECF5A49-4D31-4F37-A76D-52239867F7E1}" type="sibTrans" cxnId="{0A63B0F9-8A07-4BDA-A0A8-1FDE2F6A2D03}">
      <dgm:prSet/>
      <dgm:spPr/>
      <dgm:t>
        <a:bodyPr/>
        <a:lstStyle/>
        <a:p>
          <a:endParaRPr lang="pt-BR"/>
        </a:p>
      </dgm:t>
    </dgm:pt>
    <dgm:pt modelId="{B5108BC1-F798-4E54-9588-49AB8E6D05ED}" type="pres">
      <dgm:prSet presAssocID="{A85495F4-4FB9-4014-9BD1-86DC8D14C5B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777104B-E561-43C2-BF16-15DDF675510B}" type="pres">
      <dgm:prSet presAssocID="{A85495F4-4FB9-4014-9BD1-86DC8D14C5BC}" presName="hierFlow" presStyleCnt="0"/>
      <dgm:spPr/>
    </dgm:pt>
    <dgm:pt modelId="{0080A5AC-94C7-40A7-ABF7-C25B652B3316}" type="pres">
      <dgm:prSet presAssocID="{A85495F4-4FB9-4014-9BD1-86DC8D14C5B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88CAD6F-E950-4ECF-99A6-2E3C07CF2D50}" type="pres">
      <dgm:prSet presAssocID="{944DA438-E564-4577-8CC8-4B51DCB6B2D2}" presName="Name14" presStyleCnt="0"/>
      <dgm:spPr/>
    </dgm:pt>
    <dgm:pt modelId="{674C2473-48A1-4A94-B10F-461027B27611}" type="pres">
      <dgm:prSet presAssocID="{944DA438-E564-4577-8CC8-4B51DCB6B2D2}" presName="level1Shape" presStyleLbl="node0" presStyleIdx="0" presStyleCnt="1" custScaleX="109412" custScaleY="88474">
        <dgm:presLayoutVars>
          <dgm:chPref val="3"/>
        </dgm:presLayoutVars>
      </dgm:prSet>
      <dgm:spPr/>
    </dgm:pt>
    <dgm:pt modelId="{1A67B375-6012-4166-84AA-D70F949D7440}" type="pres">
      <dgm:prSet presAssocID="{944DA438-E564-4577-8CC8-4B51DCB6B2D2}" presName="hierChild2" presStyleCnt="0"/>
      <dgm:spPr/>
    </dgm:pt>
    <dgm:pt modelId="{27C6562C-C10A-459A-AE5F-435EDBEEA686}" type="pres">
      <dgm:prSet presAssocID="{5D8D9DF2-E094-40BA-A6EF-BCC80ECAF950}" presName="Name19" presStyleLbl="parChTrans1D2" presStyleIdx="0" presStyleCnt="1"/>
      <dgm:spPr/>
    </dgm:pt>
    <dgm:pt modelId="{EC3E9767-4000-4C56-B36A-3FED4100ED0D}" type="pres">
      <dgm:prSet presAssocID="{B3BDF9F1-9695-4D07-89EC-815FDA0DCA36}" presName="Name21" presStyleCnt="0"/>
      <dgm:spPr/>
    </dgm:pt>
    <dgm:pt modelId="{476F281D-A258-4C44-9E0E-18D4704B7DAC}" type="pres">
      <dgm:prSet presAssocID="{B3BDF9F1-9695-4D07-89EC-815FDA0DCA36}" presName="level2Shape" presStyleLbl="node2" presStyleIdx="0" presStyleCnt="1"/>
      <dgm:spPr/>
    </dgm:pt>
    <dgm:pt modelId="{1AE2E07C-8808-4253-83E8-5DFE140167DD}" type="pres">
      <dgm:prSet presAssocID="{B3BDF9F1-9695-4D07-89EC-815FDA0DCA36}" presName="hierChild3" presStyleCnt="0"/>
      <dgm:spPr/>
    </dgm:pt>
    <dgm:pt modelId="{E8DB52E7-B11A-450C-80B0-FB475B3EAC2E}" type="pres">
      <dgm:prSet presAssocID="{07E23B77-C785-455F-8A52-B5B2108289FD}" presName="Name19" presStyleLbl="parChTrans1D3" presStyleIdx="0" presStyleCnt="4"/>
      <dgm:spPr/>
    </dgm:pt>
    <dgm:pt modelId="{C13EC5C4-4A6C-43FD-8D6B-3F8EA412FBBB}" type="pres">
      <dgm:prSet presAssocID="{83689106-46B0-4D12-AFA0-CCB3B8C8E3BF}" presName="Name21" presStyleCnt="0"/>
      <dgm:spPr/>
    </dgm:pt>
    <dgm:pt modelId="{9759CBE3-FF51-42CA-9C96-2708391BB3D7}" type="pres">
      <dgm:prSet presAssocID="{83689106-46B0-4D12-AFA0-CCB3B8C8E3BF}" presName="level2Shape" presStyleLbl="node3" presStyleIdx="0" presStyleCnt="4"/>
      <dgm:spPr/>
    </dgm:pt>
    <dgm:pt modelId="{E73FD9B7-7602-4E2F-A179-CCA7F6F63D60}" type="pres">
      <dgm:prSet presAssocID="{83689106-46B0-4D12-AFA0-CCB3B8C8E3BF}" presName="hierChild3" presStyleCnt="0"/>
      <dgm:spPr/>
    </dgm:pt>
    <dgm:pt modelId="{C7FB4C38-DE70-4576-B1C5-753EF2FD6861}" type="pres">
      <dgm:prSet presAssocID="{CEB520A0-7B84-4446-8C10-45CAD1A7F4EE}" presName="Name19" presStyleLbl="parChTrans1D4" presStyleIdx="0" presStyleCnt="8"/>
      <dgm:spPr/>
    </dgm:pt>
    <dgm:pt modelId="{BF7C03B7-0880-4A96-A023-466EAF8D8E7C}" type="pres">
      <dgm:prSet presAssocID="{76DC3492-294F-41EA-89E1-723E234B5229}" presName="Name21" presStyleCnt="0"/>
      <dgm:spPr/>
    </dgm:pt>
    <dgm:pt modelId="{4847F662-0D9B-43BD-8436-DBA8130AB357}" type="pres">
      <dgm:prSet presAssocID="{76DC3492-294F-41EA-89E1-723E234B5229}" presName="level2Shape" presStyleLbl="node4" presStyleIdx="0" presStyleCnt="8"/>
      <dgm:spPr/>
    </dgm:pt>
    <dgm:pt modelId="{69DBC097-21EF-414B-8EB1-D75A5EFC3B22}" type="pres">
      <dgm:prSet presAssocID="{76DC3492-294F-41EA-89E1-723E234B5229}" presName="hierChild3" presStyleCnt="0"/>
      <dgm:spPr/>
    </dgm:pt>
    <dgm:pt modelId="{C420DA2B-6A91-4E90-ABF7-FAB2DC4DF1FF}" type="pres">
      <dgm:prSet presAssocID="{6099CFDE-3C72-4C8D-90F7-E16D9939F27C}" presName="Name19" presStyleLbl="parChTrans1D4" presStyleIdx="1" presStyleCnt="8"/>
      <dgm:spPr/>
    </dgm:pt>
    <dgm:pt modelId="{419A6949-E6C4-4C37-95DD-BF63F4B623D5}" type="pres">
      <dgm:prSet presAssocID="{2C39DDDB-E71B-4D3E-9F48-E4B8751C7C9D}" presName="Name21" presStyleCnt="0"/>
      <dgm:spPr/>
    </dgm:pt>
    <dgm:pt modelId="{40DC3D1E-BA60-457A-89F2-8430BE8612DC}" type="pres">
      <dgm:prSet presAssocID="{2C39DDDB-E71B-4D3E-9F48-E4B8751C7C9D}" presName="level2Shape" presStyleLbl="node4" presStyleIdx="1" presStyleCnt="8"/>
      <dgm:spPr/>
    </dgm:pt>
    <dgm:pt modelId="{2C755192-B9FD-4ED4-9B6A-91FDA20B2C6B}" type="pres">
      <dgm:prSet presAssocID="{2C39DDDB-E71B-4D3E-9F48-E4B8751C7C9D}" presName="hierChild3" presStyleCnt="0"/>
      <dgm:spPr/>
    </dgm:pt>
    <dgm:pt modelId="{E0E7A336-4DC6-4832-B4A0-AADEB5C0B4DE}" type="pres">
      <dgm:prSet presAssocID="{9CBFB3D4-1424-43CF-A8BF-D33D790931DB}" presName="Name19" presStyleLbl="parChTrans1D3" presStyleIdx="1" presStyleCnt="4"/>
      <dgm:spPr/>
    </dgm:pt>
    <dgm:pt modelId="{77EAAFBC-7407-44BF-953F-43D35C6A2E0B}" type="pres">
      <dgm:prSet presAssocID="{0A0C1633-D798-422C-8CD7-A9AAD8BB3D38}" presName="Name21" presStyleCnt="0"/>
      <dgm:spPr/>
    </dgm:pt>
    <dgm:pt modelId="{F856F848-07A8-4B89-88DC-E31AFA81B131}" type="pres">
      <dgm:prSet presAssocID="{0A0C1633-D798-422C-8CD7-A9AAD8BB3D38}" presName="level2Shape" presStyleLbl="node3" presStyleIdx="1" presStyleCnt="4" custLinFactNeighborX="-3156" custLinFactNeighborY="1578"/>
      <dgm:spPr/>
    </dgm:pt>
    <dgm:pt modelId="{4B630C11-DF3F-4471-A663-493140DAE263}" type="pres">
      <dgm:prSet presAssocID="{0A0C1633-D798-422C-8CD7-A9AAD8BB3D38}" presName="hierChild3" presStyleCnt="0"/>
      <dgm:spPr/>
    </dgm:pt>
    <dgm:pt modelId="{45D209C0-A94D-4EC0-A50C-A0E1DB1A547D}" type="pres">
      <dgm:prSet presAssocID="{EF85CCF9-5BD4-49B2-93BE-9D890C66D6EC}" presName="Name19" presStyleLbl="parChTrans1D4" presStyleIdx="2" presStyleCnt="8"/>
      <dgm:spPr/>
    </dgm:pt>
    <dgm:pt modelId="{D246E506-78CE-46AF-93C3-E26D3414B7B2}" type="pres">
      <dgm:prSet presAssocID="{6DE640D1-4CDB-4DAA-80C3-B75EAC59861E}" presName="Name21" presStyleCnt="0"/>
      <dgm:spPr/>
    </dgm:pt>
    <dgm:pt modelId="{4AA32C75-9892-4ADD-B863-4C86E81759FB}" type="pres">
      <dgm:prSet presAssocID="{6DE640D1-4CDB-4DAA-80C3-B75EAC59861E}" presName="level2Shape" presStyleLbl="node4" presStyleIdx="2" presStyleCnt="8"/>
      <dgm:spPr/>
    </dgm:pt>
    <dgm:pt modelId="{E2781459-3BBC-48FF-A873-EC58FC2F3027}" type="pres">
      <dgm:prSet presAssocID="{6DE640D1-4CDB-4DAA-80C3-B75EAC59861E}" presName="hierChild3" presStyleCnt="0"/>
      <dgm:spPr/>
    </dgm:pt>
    <dgm:pt modelId="{CC6DBEF0-E5E8-4F2B-A54D-8095DDD6092F}" type="pres">
      <dgm:prSet presAssocID="{E3034D41-B9ED-4E7B-9BDE-7E8066E57A4E}" presName="Name19" presStyleLbl="parChTrans1D4" presStyleIdx="3" presStyleCnt="8"/>
      <dgm:spPr/>
    </dgm:pt>
    <dgm:pt modelId="{C96EE1F1-400C-4EF7-BA5C-BC5DEC0F4BFF}" type="pres">
      <dgm:prSet presAssocID="{6616CFF9-169F-4D92-ABAA-FF59883C47FC}" presName="Name21" presStyleCnt="0"/>
      <dgm:spPr/>
    </dgm:pt>
    <dgm:pt modelId="{99530E4A-8F47-4855-949A-874466B5977E}" type="pres">
      <dgm:prSet presAssocID="{6616CFF9-169F-4D92-ABAA-FF59883C47FC}" presName="level2Shape" presStyleLbl="node4" presStyleIdx="3" presStyleCnt="8"/>
      <dgm:spPr/>
    </dgm:pt>
    <dgm:pt modelId="{378AEEFF-13AE-4B12-AE1F-95F5116083AE}" type="pres">
      <dgm:prSet presAssocID="{6616CFF9-169F-4D92-ABAA-FF59883C47FC}" presName="hierChild3" presStyleCnt="0"/>
      <dgm:spPr/>
    </dgm:pt>
    <dgm:pt modelId="{FED4A75C-8CEF-434A-9AB4-48DBB88B75B8}" type="pres">
      <dgm:prSet presAssocID="{BE431A9B-A7C6-4D7E-B5E1-34828894C8A2}" presName="Name19" presStyleLbl="parChTrans1D3" presStyleIdx="2" presStyleCnt="4"/>
      <dgm:spPr/>
    </dgm:pt>
    <dgm:pt modelId="{E7D59799-98A9-425A-99D8-A29D5121AB46}" type="pres">
      <dgm:prSet presAssocID="{4939D3AD-8311-4837-8A96-2EB996838758}" presName="Name21" presStyleCnt="0"/>
      <dgm:spPr/>
    </dgm:pt>
    <dgm:pt modelId="{DE3DDD7A-2BA9-4418-9036-D21463086D8F}" type="pres">
      <dgm:prSet presAssocID="{4939D3AD-8311-4837-8A96-2EB996838758}" presName="level2Shape" presStyleLbl="node3" presStyleIdx="2" presStyleCnt="4" custLinFactNeighborX="-3156" custLinFactNeighborY="1578"/>
      <dgm:spPr/>
    </dgm:pt>
    <dgm:pt modelId="{1774D5B2-3105-4D84-B13D-F5B88464BE83}" type="pres">
      <dgm:prSet presAssocID="{4939D3AD-8311-4837-8A96-2EB996838758}" presName="hierChild3" presStyleCnt="0"/>
      <dgm:spPr/>
    </dgm:pt>
    <dgm:pt modelId="{F1798BD9-807F-4187-A3A8-EB2C7C21E500}" type="pres">
      <dgm:prSet presAssocID="{1C89D37D-8775-42B6-8479-9A77E897AE0C}" presName="Name19" presStyleLbl="parChTrans1D4" presStyleIdx="4" presStyleCnt="8"/>
      <dgm:spPr/>
    </dgm:pt>
    <dgm:pt modelId="{EA52E279-6EA6-4FE7-ABCB-2F209C245A8B}" type="pres">
      <dgm:prSet presAssocID="{C9BCB3D3-D1F9-4A09-8280-75268A7F9DA7}" presName="Name21" presStyleCnt="0"/>
      <dgm:spPr/>
    </dgm:pt>
    <dgm:pt modelId="{D2D3401A-F084-442C-87DB-90513621C864}" type="pres">
      <dgm:prSet presAssocID="{C9BCB3D3-D1F9-4A09-8280-75268A7F9DA7}" presName="level2Shape" presStyleLbl="node4" presStyleIdx="4" presStyleCnt="8"/>
      <dgm:spPr/>
    </dgm:pt>
    <dgm:pt modelId="{07511BB1-C4C2-4290-ADF8-E5600C800ECD}" type="pres">
      <dgm:prSet presAssocID="{C9BCB3D3-D1F9-4A09-8280-75268A7F9DA7}" presName="hierChild3" presStyleCnt="0"/>
      <dgm:spPr/>
    </dgm:pt>
    <dgm:pt modelId="{6D43192E-FC72-4576-894D-3B2E8D17CBE2}" type="pres">
      <dgm:prSet presAssocID="{7A8E15FE-B501-4AB3-9DAA-932DDC9B8B1E}" presName="Name19" presStyleLbl="parChTrans1D4" presStyleIdx="5" presStyleCnt="8"/>
      <dgm:spPr/>
    </dgm:pt>
    <dgm:pt modelId="{B5634AB8-E1C0-425D-B948-14C377D282CE}" type="pres">
      <dgm:prSet presAssocID="{CA41210F-88E6-47C3-AA08-0426F5217553}" presName="Name21" presStyleCnt="0"/>
      <dgm:spPr/>
    </dgm:pt>
    <dgm:pt modelId="{FE0B355D-CA5B-4B61-BD2B-5BDF6106F36E}" type="pres">
      <dgm:prSet presAssocID="{CA41210F-88E6-47C3-AA08-0426F5217553}" presName="level2Shape" presStyleLbl="node4" presStyleIdx="5" presStyleCnt="8"/>
      <dgm:spPr/>
    </dgm:pt>
    <dgm:pt modelId="{6C32BC59-B284-45A2-B6C5-320F370844C5}" type="pres">
      <dgm:prSet presAssocID="{CA41210F-88E6-47C3-AA08-0426F5217553}" presName="hierChild3" presStyleCnt="0"/>
      <dgm:spPr/>
    </dgm:pt>
    <dgm:pt modelId="{A525126C-DEC1-4377-A39E-9E6940A6EFC5}" type="pres">
      <dgm:prSet presAssocID="{4CDE7EDA-6A24-4271-A251-2A7D63968D93}" presName="Name19" presStyleLbl="parChTrans1D3" presStyleIdx="3" presStyleCnt="4"/>
      <dgm:spPr/>
    </dgm:pt>
    <dgm:pt modelId="{E5113E54-F5BF-4960-8ECD-793297ABB7F2}" type="pres">
      <dgm:prSet presAssocID="{EE8C1072-8672-42B0-82F7-246AB94277B1}" presName="Name21" presStyleCnt="0"/>
      <dgm:spPr/>
    </dgm:pt>
    <dgm:pt modelId="{C661AE6A-6ABD-4091-A990-A041930C7220}" type="pres">
      <dgm:prSet presAssocID="{EE8C1072-8672-42B0-82F7-246AB94277B1}" presName="level2Shape" presStyleLbl="node3" presStyleIdx="3" presStyleCnt="4"/>
      <dgm:spPr/>
    </dgm:pt>
    <dgm:pt modelId="{8E006D33-B3C5-4E56-B095-7C9E2DD7BE3A}" type="pres">
      <dgm:prSet presAssocID="{EE8C1072-8672-42B0-82F7-246AB94277B1}" presName="hierChild3" presStyleCnt="0"/>
      <dgm:spPr/>
    </dgm:pt>
    <dgm:pt modelId="{064D8FB8-BF37-4B3D-93C4-1E4A2806315E}" type="pres">
      <dgm:prSet presAssocID="{B6D5F10E-EE05-4B03-9BB7-AAA8079C22C5}" presName="Name19" presStyleLbl="parChTrans1D4" presStyleIdx="6" presStyleCnt="8"/>
      <dgm:spPr/>
    </dgm:pt>
    <dgm:pt modelId="{2E15A50E-845C-47CA-BBDF-AB06DE04E250}" type="pres">
      <dgm:prSet presAssocID="{B19FB4AA-9025-49AB-AB5D-2E78B0841A42}" presName="Name21" presStyleCnt="0"/>
      <dgm:spPr/>
    </dgm:pt>
    <dgm:pt modelId="{64485D06-8FD6-4A1E-B576-9A396170DBD1}" type="pres">
      <dgm:prSet presAssocID="{B19FB4AA-9025-49AB-AB5D-2E78B0841A42}" presName="level2Shape" presStyleLbl="node4" presStyleIdx="6" presStyleCnt="8"/>
      <dgm:spPr/>
    </dgm:pt>
    <dgm:pt modelId="{062F1CCE-527F-43C3-B773-9496E2CC6BD7}" type="pres">
      <dgm:prSet presAssocID="{B19FB4AA-9025-49AB-AB5D-2E78B0841A42}" presName="hierChild3" presStyleCnt="0"/>
      <dgm:spPr/>
    </dgm:pt>
    <dgm:pt modelId="{45C3BA89-FC10-4B63-96C0-C9648CEADE9B}" type="pres">
      <dgm:prSet presAssocID="{CCAEE248-A861-4619-8F76-F095B2D9DF53}" presName="Name19" presStyleLbl="parChTrans1D4" presStyleIdx="7" presStyleCnt="8"/>
      <dgm:spPr/>
    </dgm:pt>
    <dgm:pt modelId="{7103377D-E803-4F8A-B47A-AB502B91A5E9}" type="pres">
      <dgm:prSet presAssocID="{44910B9C-8C1B-4448-A056-AADEB80EE018}" presName="Name21" presStyleCnt="0"/>
      <dgm:spPr/>
    </dgm:pt>
    <dgm:pt modelId="{DDF3BE90-E1DC-4C29-9321-9A80B69BF08C}" type="pres">
      <dgm:prSet presAssocID="{44910B9C-8C1B-4448-A056-AADEB80EE018}" presName="level2Shape" presStyleLbl="node4" presStyleIdx="7" presStyleCnt="8"/>
      <dgm:spPr/>
    </dgm:pt>
    <dgm:pt modelId="{F4DA5E54-09B3-41D9-8DB6-250D34E193E3}" type="pres">
      <dgm:prSet presAssocID="{44910B9C-8C1B-4448-A056-AADEB80EE018}" presName="hierChild3" presStyleCnt="0"/>
      <dgm:spPr/>
    </dgm:pt>
    <dgm:pt modelId="{0286C3B6-F434-42CA-8794-946FA485742A}" type="pres">
      <dgm:prSet presAssocID="{A85495F4-4FB9-4014-9BD1-86DC8D14C5BC}" presName="bgShapesFlow" presStyleCnt="0"/>
      <dgm:spPr/>
    </dgm:pt>
  </dgm:ptLst>
  <dgm:cxnLst>
    <dgm:cxn modelId="{05AB4B1B-53E2-4A70-89BC-30F07F94CDA7}" type="presOf" srcId="{4CDE7EDA-6A24-4271-A251-2A7D63968D93}" destId="{A525126C-DEC1-4377-A39E-9E6940A6EFC5}" srcOrd="0" destOrd="0" presId="urn:microsoft.com/office/officeart/2005/8/layout/hierarchy6"/>
    <dgm:cxn modelId="{A609EB1C-0293-4CA3-B16E-AF296493D3EC}" srcId="{944DA438-E564-4577-8CC8-4B51DCB6B2D2}" destId="{B3BDF9F1-9695-4D07-89EC-815FDA0DCA36}" srcOrd="0" destOrd="0" parTransId="{5D8D9DF2-E094-40BA-A6EF-BCC80ECAF950}" sibTransId="{94AB6097-4BCA-4BD7-A969-165421F87C94}"/>
    <dgm:cxn modelId="{9EF70820-A04A-44B8-A76D-272F44E7C794}" srcId="{B3BDF9F1-9695-4D07-89EC-815FDA0DCA36}" destId="{EE8C1072-8672-42B0-82F7-246AB94277B1}" srcOrd="3" destOrd="0" parTransId="{4CDE7EDA-6A24-4271-A251-2A7D63968D93}" sibTransId="{9EB3D0C1-0A43-49D7-9481-AA5ACFF017E3}"/>
    <dgm:cxn modelId="{A83A7D24-4D74-4002-9A16-18DFA919AF8A}" type="presOf" srcId="{83689106-46B0-4D12-AFA0-CCB3B8C8E3BF}" destId="{9759CBE3-FF51-42CA-9C96-2708391BB3D7}" srcOrd="0" destOrd="0" presId="urn:microsoft.com/office/officeart/2005/8/layout/hierarchy6"/>
    <dgm:cxn modelId="{E78EDB24-B261-4AD3-A3D1-09B04F5225B7}" type="presOf" srcId="{EE8C1072-8672-42B0-82F7-246AB94277B1}" destId="{C661AE6A-6ABD-4091-A990-A041930C7220}" srcOrd="0" destOrd="0" presId="urn:microsoft.com/office/officeart/2005/8/layout/hierarchy6"/>
    <dgm:cxn modelId="{9D185B27-675A-4F74-9615-0517E2C3D599}" srcId="{83689106-46B0-4D12-AFA0-CCB3B8C8E3BF}" destId="{76DC3492-294F-41EA-89E1-723E234B5229}" srcOrd="0" destOrd="0" parTransId="{CEB520A0-7B84-4446-8C10-45CAD1A7F4EE}" sibTransId="{86B650B5-9251-4879-BED8-1CC6862DAB25}"/>
    <dgm:cxn modelId="{25157A29-3A92-4E71-9D02-3064E2D07525}" type="presOf" srcId="{C9BCB3D3-D1F9-4A09-8280-75268A7F9DA7}" destId="{D2D3401A-F084-442C-87DB-90513621C864}" srcOrd="0" destOrd="0" presId="urn:microsoft.com/office/officeart/2005/8/layout/hierarchy6"/>
    <dgm:cxn modelId="{08020731-49AB-434B-85FC-A22D0766EEB0}" srcId="{0A0C1633-D798-422C-8CD7-A9AAD8BB3D38}" destId="{6DE640D1-4CDB-4DAA-80C3-B75EAC59861E}" srcOrd="0" destOrd="0" parTransId="{EF85CCF9-5BD4-49B2-93BE-9D890C66D6EC}" sibTransId="{99AE625E-79B8-43BC-BF5A-F45F6AB73D33}"/>
    <dgm:cxn modelId="{497AB935-C9A0-4505-8CF2-3DCF7E2E27DF}" srcId="{EE8C1072-8672-42B0-82F7-246AB94277B1}" destId="{B19FB4AA-9025-49AB-AB5D-2E78B0841A42}" srcOrd="0" destOrd="0" parTransId="{B6D5F10E-EE05-4B03-9BB7-AAA8079C22C5}" sibTransId="{03A3821D-41E6-4403-B943-4760B350AAA9}"/>
    <dgm:cxn modelId="{93B80C5E-11E5-4328-97C3-FAEBA38894DC}" type="presOf" srcId="{A85495F4-4FB9-4014-9BD1-86DC8D14C5BC}" destId="{B5108BC1-F798-4E54-9588-49AB8E6D05ED}" srcOrd="0" destOrd="0" presId="urn:microsoft.com/office/officeart/2005/8/layout/hierarchy6"/>
    <dgm:cxn modelId="{27725D63-D416-4AEA-8E3C-7A9D2286CD54}" type="presOf" srcId="{6DE640D1-4CDB-4DAA-80C3-B75EAC59861E}" destId="{4AA32C75-9892-4ADD-B863-4C86E81759FB}" srcOrd="0" destOrd="0" presId="urn:microsoft.com/office/officeart/2005/8/layout/hierarchy6"/>
    <dgm:cxn modelId="{40741B45-4EDF-4A14-ADDC-528AE75CC36D}" srcId="{4939D3AD-8311-4837-8A96-2EB996838758}" destId="{C9BCB3D3-D1F9-4A09-8280-75268A7F9DA7}" srcOrd="0" destOrd="0" parTransId="{1C89D37D-8775-42B6-8479-9A77E897AE0C}" sibTransId="{3CC1A0C1-BD8B-47CB-9F49-EFDD95F0BB59}"/>
    <dgm:cxn modelId="{84A84545-B3E5-4884-A28E-1C34AE645EE5}" type="presOf" srcId="{7A8E15FE-B501-4AB3-9DAA-932DDC9B8B1E}" destId="{6D43192E-FC72-4576-894D-3B2E8D17CBE2}" srcOrd="0" destOrd="0" presId="urn:microsoft.com/office/officeart/2005/8/layout/hierarchy6"/>
    <dgm:cxn modelId="{146CBC69-66D4-4249-9297-7C3BD41081F5}" type="presOf" srcId="{CEB520A0-7B84-4446-8C10-45CAD1A7F4EE}" destId="{C7FB4C38-DE70-4576-B1C5-753EF2FD6861}" srcOrd="0" destOrd="0" presId="urn:microsoft.com/office/officeart/2005/8/layout/hierarchy6"/>
    <dgm:cxn modelId="{FFE1516A-100B-4835-893A-3831D56BED90}" type="presOf" srcId="{1C89D37D-8775-42B6-8479-9A77E897AE0C}" destId="{F1798BD9-807F-4187-A3A8-EB2C7C21E500}" srcOrd="0" destOrd="0" presId="urn:microsoft.com/office/officeart/2005/8/layout/hierarchy6"/>
    <dgm:cxn modelId="{ECD3506B-E83B-4055-BEE8-5D59203CBF8F}" type="presOf" srcId="{CA41210F-88E6-47C3-AA08-0426F5217553}" destId="{FE0B355D-CA5B-4B61-BD2B-5BDF6106F36E}" srcOrd="0" destOrd="0" presId="urn:microsoft.com/office/officeart/2005/8/layout/hierarchy6"/>
    <dgm:cxn modelId="{9EC68455-C6EB-4B5B-A161-3666DE838078}" srcId="{A85495F4-4FB9-4014-9BD1-86DC8D14C5BC}" destId="{944DA438-E564-4577-8CC8-4B51DCB6B2D2}" srcOrd="0" destOrd="0" parTransId="{E1055868-98CB-4ACA-BDD9-94C8572F8902}" sibTransId="{CBC0464F-7B39-4593-87CB-0486F85187D5}"/>
    <dgm:cxn modelId="{A95AED56-C0A1-4760-9103-3110A3052B1A}" type="presOf" srcId="{6099CFDE-3C72-4C8D-90F7-E16D9939F27C}" destId="{C420DA2B-6A91-4E90-ABF7-FAB2DC4DF1FF}" srcOrd="0" destOrd="0" presId="urn:microsoft.com/office/officeart/2005/8/layout/hierarchy6"/>
    <dgm:cxn modelId="{3D70297D-8FF9-47DB-9051-2A3E3C5CED1E}" type="presOf" srcId="{0A0C1633-D798-422C-8CD7-A9AAD8BB3D38}" destId="{F856F848-07A8-4B89-88DC-E31AFA81B131}" srcOrd="0" destOrd="0" presId="urn:microsoft.com/office/officeart/2005/8/layout/hierarchy6"/>
    <dgm:cxn modelId="{8DE62285-671E-4C3D-9108-83753B0643CE}" type="presOf" srcId="{6616CFF9-169F-4D92-ABAA-FF59883C47FC}" destId="{99530E4A-8F47-4855-949A-874466B5977E}" srcOrd="0" destOrd="0" presId="urn:microsoft.com/office/officeart/2005/8/layout/hierarchy6"/>
    <dgm:cxn modelId="{9F71C288-B374-4920-8D63-D645A4EE8F00}" type="presOf" srcId="{BE431A9B-A7C6-4D7E-B5E1-34828894C8A2}" destId="{FED4A75C-8CEF-434A-9AB4-48DBB88B75B8}" srcOrd="0" destOrd="0" presId="urn:microsoft.com/office/officeart/2005/8/layout/hierarchy6"/>
    <dgm:cxn modelId="{74FADA8A-6CB3-4036-82D9-1C1E83ED49E9}" type="presOf" srcId="{E3034D41-B9ED-4E7B-9BDE-7E8066E57A4E}" destId="{CC6DBEF0-E5E8-4F2B-A54D-8095DDD6092F}" srcOrd="0" destOrd="0" presId="urn:microsoft.com/office/officeart/2005/8/layout/hierarchy6"/>
    <dgm:cxn modelId="{46C9FF8D-D25E-4A26-9BD7-FC06D0AC7DEE}" srcId="{4939D3AD-8311-4837-8A96-2EB996838758}" destId="{CA41210F-88E6-47C3-AA08-0426F5217553}" srcOrd="1" destOrd="0" parTransId="{7A8E15FE-B501-4AB3-9DAA-932DDC9B8B1E}" sibTransId="{8CAF15C9-4955-436D-A506-1706CC362939}"/>
    <dgm:cxn modelId="{5F2D6E8E-5ED5-4032-865B-300FABA440D4}" type="presOf" srcId="{2C39DDDB-E71B-4D3E-9F48-E4B8751C7C9D}" destId="{40DC3D1E-BA60-457A-89F2-8430BE8612DC}" srcOrd="0" destOrd="0" presId="urn:microsoft.com/office/officeart/2005/8/layout/hierarchy6"/>
    <dgm:cxn modelId="{34D4D893-ED30-4B49-80B2-689A324E374C}" type="presOf" srcId="{9CBFB3D4-1424-43CF-A8BF-D33D790931DB}" destId="{E0E7A336-4DC6-4832-B4A0-AADEB5C0B4DE}" srcOrd="0" destOrd="0" presId="urn:microsoft.com/office/officeart/2005/8/layout/hierarchy6"/>
    <dgm:cxn modelId="{1D6A1E9F-E1BB-4389-9045-BC8ADE84EBBA}" type="presOf" srcId="{4939D3AD-8311-4837-8A96-2EB996838758}" destId="{DE3DDD7A-2BA9-4418-9036-D21463086D8F}" srcOrd="0" destOrd="0" presId="urn:microsoft.com/office/officeart/2005/8/layout/hierarchy6"/>
    <dgm:cxn modelId="{391DE8A7-1059-4B10-B497-C39C9C442F59}" srcId="{B3BDF9F1-9695-4D07-89EC-815FDA0DCA36}" destId="{83689106-46B0-4D12-AFA0-CCB3B8C8E3BF}" srcOrd="0" destOrd="0" parTransId="{07E23B77-C785-455F-8A52-B5B2108289FD}" sibTransId="{073CEFC1-3ED2-4CFD-8FCA-CEFC86999109}"/>
    <dgm:cxn modelId="{BA0977AA-8A15-439A-A606-7096D0BB6200}" type="presOf" srcId="{5D8D9DF2-E094-40BA-A6EF-BCC80ECAF950}" destId="{27C6562C-C10A-459A-AE5F-435EDBEEA686}" srcOrd="0" destOrd="0" presId="urn:microsoft.com/office/officeart/2005/8/layout/hierarchy6"/>
    <dgm:cxn modelId="{FE1D76AB-DF77-472D-8833-0795D6DD2141}" type="presOf" srcId="{44910B9C-8C1B-4448-A056-AADEB80EE018}" destId="{DDF3BE90-E1DC-4C29-9321-9A80B69BF08C}" srcOrd="0" destOrd="0" presId="urn:microsoft.com/office/officeart/2005/8/layout/hierarchy6"/>
    <dgm:cxn modelId="{5A717DB0-9E61-4658-8F41-25B1242EE505}" type="presOf" srcId="{07E23B77-C785-455F-8A52-B5B2108289FD}" destId="{E8DB52E7-B11A-450C-80B0-FB475B3EAC2E}" srcOrd="0" destOrd="0" presId="urn:microsoft.com/office/officeart/2005/8/layout/hierarchy6"/>
    <dgm:cxn modelId="{E31905C1-56EF-43E5-9453-B329987359F1}" type="presOf" srcId="{CCAEE248-A861-4619-8F76-F095B2D9DF53}" destId="{45C3BA89-FC10-4B63-96C0-C9648CEADE9B}" srcOrd="0" destOrd="0" presId="urn:microsoft.com/office/officeart/2005/8/layout/hierarchy6"/>
    <dgm:cxn modelId="{6E5954CA-CBF7-4567-B85B-6D94ADBC2882}" srcId="{0A0C1633-D798-422C-8CD7-A9AAD8BB3D38}" destId="{6616CFF9-169F-4D92-ABAA-FF59883C47FC}" srcOrd="1" destOrd="0" parTransId="{E3034D41-B9ED-4E7B-9BDE-7E8066E57A4E}" sibTransId="{A3AAEB2E-155C-44C9-9027-A6706EC8D6DE}"/>
    <dgm:cxn modelId="{654238D1-B73E-4EFE-ADCE-DFA7A4BF69BA}" type="presOf" srcId="{B19FB4AA-9025-49AB-AB5D-2E78B0841A42}" destId="{64485D06-8FD6-4A1E-B576-9A396170DBD1}" srcOrd="0" destOrd="0" presId="urn:microsoft.com/office/officeart/2005/8/layout/hierarchy6"/>
    <dgm:cxn modelId="{8979A9D2-259F-4A05-8683-E006ECC0B7B8}" srcId="{B3BDF9F1-9695-4D07-89EC-815FDA0DCA36}" destId="{4939D3AD-8311-4837-8A96-2EB996838758}" srcOrd="2" destOrd="0" parTransId="{BE431A9B-A7C6-4D7E-B5E1-34828894C8A2}" sibTransId="{048AF60F-D35E-42E8-81E7-5FE79F92C69E}"/>
    <dgm:cxn modelId="{136858D9-F3D2-4588-BAAB-E35B59192908}" type="presOf" srcId="{EF85CCF9-5BD4-49B2-93BE-9D890C66D6EC}" destId="{45D209C0-A94D-4EC0-A50C-A0E1DB1A547D}" srcOrd="0" destOrd="0" presId="urn:microsoft.com/office/officeart/2005/8/layout/hierarchy6"/>
    <dgm:cxn modelId="{5420A0D9-9897-4518-9734-4712D4791AFC}" srcId="{83689106-46B0-4D12-AFA0-CCB3B8C8E3BF}" destId="{2C39DDDB-E71B-4D3E-9F48-E4B8751C7C9D}" srcOrd="1" destOrd="0" parTransId="{6099CFDE-3C72-4C8D-90F7-E16D9939F27C}" sibTransId="{7E65E469-4C5A-48E1-A9DE-FAB18F4103CF}"/>
    <dgm:cxn modelId="{EA0D39E2-947C-4576-8191-1234D87611DD}" type="presOf" srcId="{B6D5F10E-EE05-4B03-9BB7-AAA8079C22C5}" destId="{064D8FB8-BF37-4B3D-93C4-1E4A2806315E}" srcOrd="0" destOrd="0" presId="urn:microsoft.com/office/officeart/2005/8/layout/hierarchy6"/>
    <dgm:cxn modelId="{23CEA0EF-6178-4A92-B65A-4790AE7E826A}" type="presOf" srcId="{944DA438-E564-4577-8CC8-4B51DCB6B2D2}" destId="{674C2473-48A1-4A94-B10F-461027B27611}" srcOrd="0" destOrd="0" presId="urn:microsoft.com/office/officeart/2005/8/layout/hierarchy6"/>
    <dgm:cxn modelId="{798182F0-22ED-4CF7-823A-1DE0B8B8EB05}" type="presOf" srcId="{B3BDF9F1-9695-4D07-89EC-815FDA0DCA36}" destId="{476F281D-A258-4C44-9E0E-18D4704B7DAC}" srcOrd="0" destOrd="0" presId="urn:microsoft.com/office/officeart/2005/8/layout/hierarchy6"/>
    <dgm:cxn modelId="{BA0358F8-4194-4FBC-9658-343B46C378C2}" type="presOf" srcId="{76DC3492-294F-41EA-89E1-723E234B5229}" destId="{4847F662-0D9B-43BD-8436-DBA8130AB357}" srcOrd="0" destOrd="0" presId="urn:microsoft.com/office/officeart/2005/8/layout/hierarchy6"/>
    <dgm:cxn modelId="{0A63B0F9-8A07-4BDA-A0A8-1FDE2F6A2D03}" srcId="{EE8C1072-8672-42B0-82F7-246AB94277B1}" destId="{44910B9C-8C1B-4448-A056-AADEB80EE018}" srcOrd="1" destOrd="0" parTransId="{CCAEE248-A861-4619-8F76-F095B2D9DF53}" sibTransId="{1ECF5A49-4D31-4F37-A76D-52239867F7E1}"/>
    <dgm:cxn modelId="{DD9DF6FD-4D84-4BB9-B7C4-AD50A3D8481D}" srcId="{B3BDF9F1-9695-4D07-89EC-815FDA0DCA36}" destId="{0A0C1633-D798-422C-8CD7-A9AAD8BB3D38}" srcOrd="1" destOrd="0" parTransId="{9CBFB3D4-1424-43CF-A8BF-D33D790931DB}" sibTransId="{83BF7C10-26A2-4097-86BD-2A0D7F9CE14C}"/>
    <dgm:cxn modelId="{8878A091-ADCF-493C-985A-9F27B2F270D3}" type="presParOf" srcId="{B5108BC1-F798-4E54-9588-49AB8E6D05ED}" destId="{F777104B-E561-43C2-BF16-15DDF675510B}" srcOrd="0" destOrd="0" presId="urn:microsoft.com/office/officeart/2005/8/layout/hierarchy6"/>
    <dgm:cxn modelId="{AE4DBF65-078B-4937-AEE4-C559BEF854DB}" type="presParOf" srcId="{F777104B-E561-43C2-BF16-15DDF675510B}" destId="{0080A5AC-94C7-40A7-ABF7-C25B652B3316}" srcOrd="0" destOrd="0" presId="urn:microsoft.com/office/officeart/2005/8/layout/hierarchy6"/>
    <dgm:cxn modelId="{9D488136-C06C-4027-B9B5-EDBE07DD49AD}" type="presParOf" srcId="{0080A5AC-94C7-40A7-ABF7-C25B652B3316}" destId="{488CAD6F-E950-4ECF-99A6-2E3C07CF2D50}" srcOrd="0" destOrd="0" presId="urn:microsoft.com/office/officeart/2005/8/layout/hierarchy6"/>
    <dgm:cxn modelId="{CF0EF727-7A47-47B0-86A8-B05B197FA06A}" type="presParOf" srcId="{488CAD6F-E950-4ECF-99A6-2E3C07CF2D50}" destId="{674C2473-48A1-4A94-B10F-461027B27611}" srcOrd="0" destOrd="0" presId="urn:microsoft.com/office/officeart/2005/8/layout/hierarchy6"/>
    <dgm:cxn modelId="{C79AB7D8-3223-410B-8451-C31640E892E5}" type="presParOf" srcId="{488CAD6F-E950-4ECF-99A6-2E3C07CF2D50}" destId="{1A67B375-6012-4166-84AA-D70F949D7440}" srcOrd="1" destOrd="0" presId="urn:microsoft.com/office/officeart/2005/8/layout/hierarchy6"/>
    <dgm:cxn modelId="{0412794B-F250-46E8-BC5C-CBA4A1470FBE}" type="presParOf" srcId="{1A67B375-6012-4166-84AA-D70F949D7440}" destId="{27C6562C-C10A-459A-AE5F-435EDBEEA686}" srcOrd="0" destOrd="0" presId="urn:microsoft.com/office/officeart/2005/8/layout/hierarchy6"/>
    <dgm:cxn modelId="{0EDA8DEB-B10B-428E-A425-B55B5DBCE99C}" type="presParOf" srcId="{1A67B375-6012-4166-84AA-D70F949D7440}" destId="{EC3E9767-4000-4C56-B36A-3FED4100ED0D}" srcOrd="1" destOrd="0" presId="urn:microsoft.com/office/officeart/2005/8/layout/hierarchy6"/>
    <dgm:cxn modelId="{2D7D304A-D429-4182-A6DB-F20A5DB86217}" type="presParOf" srcId="{EC3E9767-4000-4C56-B36A-3FED4100ED0D}" destId="{476F281D-A258-4C44-9E0E-18D4704B7DAC}" srcOrd="0" destOrd="0" presId="urn:microsoft.com/office/officeart/2005/8/layout/hierarchy6"/>
    <dgm:cxn modelId="{9A2378FA-53C8-4524-A6E8-CC272D801FFF}" type="presParOf" srcId="{EC3E9767-4000-4C56-B36A-3FED4100ED0D}" destId="{1AE2E07C-8808-4253-83E8-5DFE140167DD}" srcOrd="1" destOrd="0" presId="urn:microsoft.com/office/officeart/2005/8/layout/hierarchy6"/>
    <dgm:cxn modelId="{EF2F0E9F-94F8-4E67-B73F-99720602E716}" type="presParOf" srcId="{1AE2E07C-8808-4253-83E8-5DFE140167DD}" destId="{E8DB52E7-B11A-450C-80B0-FB475B3EAC2E}" srcOrd="0" destOrd="0" presId="urn:microsoft.com/office/officeart/2005/8/layout/hierarchy6"/>
    <dgm:cxn modelId="{347028D6-4EB7-46CD-BC95-02C608ADC35F}" type="presParOf" srcId="{1AE2E07C-8808-4253-83E8-5DFE140167DD}" destId="{C13EC5C4-4A6C-43FD-8D6B-3F8EA412FBBB}" srcOrd="1" destOrd="0" presId="urn:microsoft.com/office/officeart/2005/8/layout/hierarchy6"/>
    <dgm:cxn modelId="{EC55154C-29D9-48E8-9A34-3850AE8896B8}" type="presParOf" srcId="{C13EC5C4-4A6C-43FD-8D6B-3F8EA412FBBB}" destId="{9759CBE3-FF51-42CA-9C96-2708391BB3D7}" srcOrd="0" destOrd="0" presId="urn:microsoft.com/office/officeart/2005/8/layout/hierarchy6"/>
    <dgm:cxn modelId="{BCCF21DE-BFED-4621-8576-A4B8581413E0}" type="presParOf" srcId="{C13EC5C4-4A6C-43FD-8D6B-3F8EA412FBBB}" destId="{E73FD9B7-7602-4E2F-A179-CCA7F6F63D60}" srcOrd="1" destOrd="0" presId="urn:microsoft.com/office/officeart/2005/8/layout/hierarchy6"/>
    <dgm:cxn modelId="{4C12F3B0-B67B-4865-B80C-3F20393620FC}" type="presParOf" srcId="{E73FD9B7-7602-4E2F-A179-CCA7F6F63D60}" destId="{C7FB4C38-DE70-4576-B1C5-753EF2FD6861}" srcOrd="0" destOrd="0" presId="urn:microsoft.com/office/officeart/2005/8/layout/hierarchy6"/>
    <dgm:cxn modelId="{5C1C7328-AF0C-413E-B6E3-F9E8FAE3B91B}" type="presParOf" srcId="{E73FD9B7-7602-4E2F-A179-CCA7F6F63D60}" destId="{BF7C03B7-0880-4A96-A023-466EAF8D8E7C}" srcOrd="1" destOrd="0" presId="urn:microsoft.com/office/officeart/2005/8/layout/hierarchy6"/>
    <dgm:cxn modelId="{F196F288-926F-4AC0-9433-C6858162A9CA}" type="presParOf" srcId="{BF7C03B7-0880-4A96-A023-466EAF8D8E7C}" destId="{4847F662-0D9B-43BD-8436-DBA8130AB357}" srcOrd="0" destOrd="0" presId="urn:microsoft.com/office/officeart/2005/8/layout/hierarchy6"/>
    <dgm:cxn modelId="{D3B6C263-F5DC-4EF0-9EB9-8D3E56113CA9}" type="presParOf" srcId="{BF7C03B7-0880-4A96-A023-466EAF8D8E7C}" destId="{69DBC097-21EF-414B-8EB1-D75A5EFC3B22}" srcOrd="1" destOrd="0" presId="urn:microsoft.com/office/officeart/2005/8/layout/hierarchy6"/>
    <dgm:cxn modelId="{84982931-96CB-4D90-BF66-92D2B9DDC297}" type="presParOf" srcId="{E73FD9B7-7602-4E2F-A179-CCA7F6F63D60}" destId="{C420DA2B-6A91-4E90-ABF7-FAB2DC4DF1FF}" srcOrd="2" destOrd="0" presId="urn:microsoft.com/office/officeart/2005/8/layout/hierarchy6"/>
    <dgm:cxn modelId="{2F98878A-0858-49DB-B880-2364322634B1}" type="presParOf" srcId="{E73FD9B7-7602-4E2F-A179-CCA7F6F63D60}" destId="{419A6949-E6C4-4C37-95DD-BF63F4B623D5}" srcOrd="3" destOrd="0" presId="urn:microsoft.com/office/officeart/2005/8/layout/hierarchy6"/>
    <dgm:cxn modelId="{AFCE9544-014C-46F5-8459-80291848C2C8}" type="presParOf" srcId="{419A6949-E6C4-4C37-95DD-BF63F4B623D5}" destId="{40DC3D1E-BA60-457A-89F2-8430BE8612DC}" srcOrd="0" destOrd="0" presId="urn:microsoft.com/office/officeart/2005/8/layout/hierarchy6"/>
    <dgm:cxn modelId="{B99E93B4-1E0C-4B70-821A-FD4FA3B510D1}" type="presParOf" srcId="{419A6949-E6C4-4C37-95DD-BF63F4B623D5}" destId="{2C755192-B9FD-4ED4-9B6A-91FDA20B2C6B}" srcOrd="1" destOrd="0" presId="urn:microsoft.com/office/officeart/2005/8/layout/hierarchy6"/>
    <dgm:cxn modelId="{4CBC2C32-6EFF-4026-8B1C-B44F0920AEB5}" type="presParOf" srcId="{1AE2E07C-8808-4253-83E8-5DFE140167DD}" destId="{E0E7A336-4DC6-4832-B4A0-AADEB5C0B4DE}" srcOrd="2" destOrd="0" presId="urn:microsoft.com/office/officeart/2005/8/layout/hierarchy6"/>
    <dgm:cxn modelId="{05D60FED-882A-4079-947E-B6A377315F7A}" type="presParOf" srcId="{1AE2E07C-8808-4253-83E8-5DFE140167DD}" destId="{77EAAFBC-7407-44BF-953F-43D35C6A2E0B}" srcOrd="3" destOrd="0" presId="urn:microsoft.com/office/officeart/2005/8/layout/hierarchy6"/>
    <dgm:cxn modelId="{C52BE8B3-80E1-4944-8BB7-9A757B7E5744}" type="presParOf" srcId="{77EAAFBC-7407-44BF-953F-43D35C6A2E0B}" destId="{F856F848-07A8-4B89-88DC-E31AFA81B131}" srcOrd="0" destOrd="0" presId="urn:microsoft.com/office/officeart/2005/8/layout/hierarchy6"/>
    <dgm:cxn modelId="{888B0877-765A-4F66-A523-222CACF74607}" type="presParOf" srcId="{77EAAFBC-7407-44BF-953F-43D35C6A2E0B}" destId="{4B630C11-DF3F-4471-A663-493140DAE263}" srcOrd="1" destOrd="0" presId="urn:microsoft.com/office/officeart/2005/8/layout/hierarchy6"/>
    <dgm:cxn modelId="{E4D054C4-22A5-4EE8-AEC5-FE75B937BE8E}" type="presParOf" srcId="{4B630C11-DF3F-4471-A663-493140DAE263}" destId="{45D209C0-A94D-4EC0-A50C-A0E1DB1A547D}" srcOrd="0" destOrd="0" presId="urn:microsoft.com/office/officeart/2005/8/layout/hierarchy6"/>
    <dgm:cxn modelId="{8B23D399-757E-424C-A3EF-F940A667D46E}" type="presParOf" srcId="{4B630C11-DF3F-4471-A663-493140DAE263}" destId="{D246E506-78CE-46AF-93C3-E26D3414B7B2}" srcOrd="1" destOrd="0" presId="urn:microsoft.com/office/officeart/2005/8/layout/hierarchy6"/>
    <dgm:cxn modelId="{CBEAA11E-D611-4722-A742-1B546D69F84C}" type="presParOf" srcId="{D246E506-78CE-46AF-93C3-E26D3414B7B2}" destId="{4AA32C75-9892-4ADD-B863-4C86E81759FB}" srcOrd="0" destOrd="0" presId="urn:microsoft.com/office/officeart/2005/8/layout/hierarchy6"/>
    <dgm:cxn modelId="{A775920F-1F52-4EF4-874C-E5D0723AE90F}" type="presParOf" srcId="{D246E506-78CE-46AF-93C3-E26D3414B7B2}" destId="{E2781459-3BBC-48FF-A873-EC58FC2F3027}" srcOrd="1" destOrd="0" presId="urn:microsoft.com/office/officeart/2005/8/layout/hierarchy6"/>
    <dgm:cxn modelId="{97B795DF-5CC5-4D93-8075-7559D4B012A3}" type="presParOf" srcId="{4B630C11-DF3F-4471-A663-493140DAE263}" destId="{CC6DBEF0-E5E8-4F2B-A54D-8095DDD6092F}" srcOrd="2" destOrd="0" presId="urn:microsoft.com/office/officeart/2005/8/layout/hierarchy6"/>
    <dgm:cxn modelId="{E5E97C71-DCA4-409B-9CF2-36F0E88ECDAE}" type="presParOf" srcId="{4B630C11-DF3F-4471-A663-493140DAE263}" destId="{C96EE1F1-400C-4EF7-BA5C-BC5DEC0F4BFF}" srcOrd="3" destOrd="0" presId="urn:microsoft.com/office/officeart/2005/8/layout/hierarchy6"/>
    <dgm:cxn modelId="{2F99BB07-1447-4D43-B3CE-BFD7E782537B}" type="presParOf" srcId="{C96EE1F1-400C-4EF7-BA5C-BC5DEC0F4BFF}" destId="{99530E4A-8F47-4855-949A-874466B5977E}" srcOrd="0" destOrd="0" presId="urn:microsoft.com/office/officeart/2005/8/layout/hierarchy6"/>
    <dgm:cxn modelId="{E8877473-CFB0-42A8-A2E5-7E4E4BC0FB0D}" type="presParOf" srcId="{C96EE1F1-400C-4EF7-BA5C-BC5DEC0F4BFF}" destId="{378AEEFF-13AE-4B12-AE1F-95F5116083AE}" srcOrd="1" destOrd="0" presId="urn:microsoft.com/office/officeart/2005/8/layout/hierarchy6"/>
    <dgm:cxn modelId="{562E4A95-D3D1-443D-A404-BDCD93EB44F4}" type="presParOf" srcId="{1AE2E07C-8808-4253-83E8-5DFE140167DD}" destId="{FED4A75C-8CEF-434A-9AB4-48DBB88B75B8}" srcOrd="4" destOrd="0" presId="urn:microsoft.com/office/officeart/2005/8/layout/hierarchy6"/>
    <dgm:cxn modelId="{3D829B5B-29A5-415C-A0A4-1C4E4D12B03D}" type="presParOf" srcId="{1AE2E07C-8808-4253-83E8-5DFE140167DD}" destId="{E7D59799-98A9-425A-99D8-A29D5121AB46}" srcOrd="5" destOrd="0" presId="urn:microsoft.com/office/officeart/2005/8/layout/hierarchy6"/>
    <dgm:cxn modelId="{6408212D-8206-4DB5-822A-21994C85C616}" type="presParOf" srcId="{E7D59799-98A9-425A-99D8-A29D5121AB46}" destId="{DE3DDD7A-2BA9-4418-9036-D21463086D8F}" srcOrd="0" destOrd="0" presId="urn:microsoft.com/office/officeart/2005/8/layout/hierarchy6"/>
    <dgm:cxn modelId="{622C819A-5985-4404-B2D0-7A1A31AC0268}" type="presParOf" srcId="{E7D59799-98A9-425A-99D8-A29D5121AB46}" destId="{1774D5B2-3105-4D84-B13D-F5B88464BE83}" srcOrd="1" destOrd="0" presId="urn:microsoft.com/office/officeart/2005/8/layout/hierarchy6"/>
    <dgm:cxn modelId="{CB65EB20-773E-4A2F-87E9-87444C2687D0}" type="presParOf" srcId="{1774D5B2-3105-4D84-B13D-F5B88464BE83}" destId="{F1798BD9-807F-4187-A3A8-EB2C7C21E500}" srcOrd="0" destOrd="0" presId="urn:microsoft.com/office/officeart/2005/8/layout/hierarchy6"/>
    <dgm:cxn modelId="{2B3B90FA-004A-4CA6-9A3D-DBE902074D4E}" type="presParOf" srcId="{1774D5B2-3105-4D84-B13D-F5B88464BE83}" destId="{EA52E279-6EA6-4FE7-ABCB-2F209C245A8B}" srcOrd="1" destOrd="0" presId="urn:microsoft.com/office/officeart/2005/8/layout/hierarchy6"/>
    <dgm:cxn modelId="{7AD2734F-A609-406A-95CA-4CCE53DAF553}" type="presParOf" srcId="{EA52E279-6EA6-4FE7-ABCB-2F209C245A8B}" destId="{D2D3401A-F084-442C-87DB-90513621C864}" srcOrd="0" destOrd="0" presId="urn:microsoft.com/office/officeart/2005/8/layout/hierarchy6"/>
    <dgm:cxn modelId="{8DDC1F44-1E78-4FD4-8F80-35D9B0F25616}" type="presParOf" srcId="{EA52E279-6EA6-4FE7-ABCB-2F209C245A8B}" destId="{07511BB1-C4C2-4290-ADF8-E5600C800ECD}" srcOrd="1" destOrd="0" presId="urn:microsoft.com/office/officeart/2005/8/layout/hierarchy6"/>
    <dgm:cxn modelId="{EFC855BA-8B8A-44FB-84C3-DAF82E89835A}" type="presParOf" srcId="{1774D5B2-3105-4D84-B13D-F5B88464BE83}" destId="{6D43192E-FC72-4576-894D-3B2E8D17CBE2}" srcOrd="2" destOrd="0" presId="urn:microsoft.com/office/officeart/2005/8/layout/hierarchy6"/>
    <dgm:cxn modelId="{E9A87F05-2BA4-44F3-8979-B7320E7B892B}" type="presParOf" srcId="{1774D5B2-3105-4D84-B13D-F5B88464BE83}" destId="{B5634AB8-E1C0-425D-B948-14C377D282CE}" srcOrd="3" destOrd="0" presId="urn:microsoft.com/office/officeart/2005/8/layout/hierarchy6"/>
    <dgm:cxn modelId="{0F225736-E47B-40C1-B6D2-26A54307E3BC}" type="presParOf" srcId="{B5634AB8-E1C0-425D-B948-14C377D282CE}" destId="{FE0B355D-CA5B-4B61-BD2B-5BDF6106F36E}" srcOrd="0" destOrd="0" presId="urn:microsoft.com/office/officeart/2005/8/layout/hierarchy6"/>
    <dgm:cxn modelId="{C6BC2D0B-83AD-4697-B08C-EB8E35DFE8DB}" type="presParOf" srcId="{B5634AB8-E1C0-425D-B948-14C377D282CE}" destId="{6C32BC59-B284-45A2-B6C5-320F370844C5}" srcOrd="1" destOrd="0" presId="urn:microsoft.com/office/officeart/2005/8/layout/hierarchy6"/>
    <dgm:cxn modelId="{F82EE1A5-1B66-4294-8182-4341A7802A84}" type="presParOf" srcId="{1AE2E07C-8808-4253-83E8-5DFE140167DD}" destId="{A525126C-DEC1-4377-A39E-9E6940A6EFC5}" srcOrd="6" destOrd="0" presId="urn:microsoft.com/office/officeart/2005/8/layout/hierarchy6"/>
    <dgm:cxn modelId="{E986105F-C0C1-43BF-B653-BA45D05F3A82}" type="presParOf" srcId="{1AE2E07C-8808-4253-83E8-5DFE140167DD}" destId="{E5113E54-F5BF-4960-8ECD-793297ABB7F2}" srcOrd="7" destOrd="0" presId="urn:microsoft.com/office/officeart/2005/8/layout/hierarchy6"/>
    <dgm:cxn modelId="{C816CF39-6FF0-4DD4-8424-57C50D0B10AE}" type="presParOf" srcId="{E5113E54-F5BF-4960-8ECD-793297ABB7F2}" destId="{C661AE6A-6ABD-4091-A990-A041930C7220}" srcOrd="0" destOrd="0" presId="urn:microsoft.com/office/officeart/2005/8/layout/hierarchy6"/>
    <dgm:cxn modelId="{F422E3AD-A99F-41AC-B2E3-733502119F02}" type="presParOf" srcId="{E5113E54-F5BF-4960-8ECD-793297ABB7F2}" destId="{8E006D33-B3C5-4E56-B095-7C9E2DD7BE3A}" srcOrd="1" destOrd="0" presId="urn:microsoft.com/office/officeart/2005/8/layout/hierarchy6"/>
    <dgm:cxn modelId="{7265C226-A460-4A96-A4D4-8675E540B9F1}" type="presParOf" srcId="{8E006D33-B3C5-4E56-B095-7C9E2DD7BE3A}" destId="{064D8FB8-BF37-4B3D-93C4-1E4A2806315E}" srcOrd="0" destOrd="0" presId="urn:microsoft.com/office/officeart/2005/8/layout/hierarchy6"/>
    <dgm:cxn modelId="{419F2FBE-81F2-4CB3-93CF-3293410BFEE6}" type="presParOf" srcId="{8E006D33-B3C5-4E56-B095-7C9E2DD7BE3A}" destId="{2E15A50E-845C-47CA-BBDF-AB06DE04E250}" srcOrd="1" destOrd="0" presId="urn:microsoft.com/office/officeart/2005/8/layout/hierarchy6"/>
    <dgm:cxn modelId="{462A17A0-EEBD-4F43-B7C7-23C9E28DDFEE}" type="presParOf" srcId="{2E15A50E-845C-47CA-BBDF-AB06DE04E250}" destId="{64485D06-8FD6-4A1E-B576-9A396170DBD1}" srcOrd="0" destOrd="0" presId="urn:microsoft.com/office/officeart/2005/8/layout/hierarchy6"/>
    <dgm:cxn modelId="{A536C76D-A074-44D9-8CA7-57EC44E61AFB}" type="presParOf" srcId="{2E15A50E-845C-47CA-BBDF-AB06DE04E250}" destId="{062F1CCE-527F-43C3-B773-9496E2CC6BD7}" srcOrd="1" destOrd="0" presId="urn:microsoft.com/office/officeart/2005/8/layout/hierarchy6"/>
    <dgm:cxn modelId="{8BB6BF66-1EB5-4660-9FDC-F0268D8D1644}" type="presParOf" srcId="{8E006D33-B3C5-4E56-B095-7C9E2DD7BE3A}" destId="{45C3BA89-FC10-4B63-96C0-C9648CEADE9B}" srcOrd="2" destOrd="0" presId="urn:microsoft.com/office/officeart/2005/8/layout/hierarchy6"/>
    <dgm:cxn modelId="{BED7522B-CD5F-42D7-8043-CB63EC14CDD9}" type="presParOf" srcId="{8E006D33-B3C5-4E56-B095-7C9E2DD7BE3A}" destId="{7103377D-E803-4F8A-B47A-AB502B91A5E9}" srcOrd="3" destOrd="0" presId="urn:microsoft.com/office/officeart/2005/8/layout/hierarchy6"/>
    <dgm:cxn modelId="{64F3C174-D512-414D-925A-D5808EE3D20B}" type="presParOf" srcId="{7103377D-E803-4F8A-B47A-AB502B91A5E9}" destId="{DDF3BE90-E1DC-4C29-9321-9A80B69BF08C}" srcOrd="0" destOrd="0" presId="urn:microsoft.com/office/officeart/2005/8/layout/hierarchy6"/>
    <dgm:cxn modelId="{42A35DD1-49D9-4F68-8319-4A214B8A0A78}" type="presParOf" srcId="{7103377D-E803-4F8A-B47A-AB502B91A5E9}" destId="{F4DA5E54-09B3-41D9-8DB6-250D34E193E3}" srcOrd="1" destOrd="0" presId="urn:microsoft.com/office/officeart/2005/8/layout/hierarchy6"/>
    <dgm:cxn modelId="{087B6D89-6031-4E30-91F7-1A0A865D91E0}" type="presParOf" srcId="{B5108BC1-F798-4E54-9588-49AB8E6D05ED}" destId="{0286C3B6-F434-42CA-8794-946FA485742A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37E88F-96F4-4FF4-B2EE-97DB04808A64}" type="doc">
      <dgm:prSet loTypeId="urn:microsoft.com/office/officeart/2005/8/layout/cycle7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pt-BR"/>
        </a:p>
      </dgm:t>
    </dgm:pt>
    <dgm:pt modelId="{3250A6B4-7C3D-4E34-A003-A3B787675E96}">
      <dgm:prSet phldrT="[Texto]" custT="1"/>
      <dgm:spPr/>
      <dgm:t>
        <a:bodyPr/>
        <a:lstStyle/>
        <a:p>
          <a:r>
            <a:rPr lang="pt-BR" sz="1050" dirty="0">
              <a:latin typeface="Arial" panose="020B0604020202020204" pitchFamily="34" charset="0"/>
              <a:cs typeface="Arial" panose="020B0604020202020204" pitchFamily="34" charset="0"/>
            </a:rPr>
            <a:t>Fornecedor</a:t>
          </a:r>
        </a:p>
      </dgm:t>
    </dgm:pt>
    <dgm:pt modelId="{F0DFC242-4704-4D3B-BE78-E2CDB0511AE7}" type="parTrans" cxnId="{974DCCC5-2783-457A-A329-B11A4BC48496}">
      <dgm:prSet/>
      <dgm:spPr/>
      <dgm:t>
        <a:bodyPr/>
        <a:lstStyle/>
        <a:p>
          <a:endParaRPr lang="pt-BR"/>
        </a:p>
      </dgm:t>
    </dgm:pt>
    <dgm:pt modelId="{B6B8D8F2-88EF-4CF3-B993-13E5D06BC8D8}" type="sibTrans" cxnId="{974DCCC5-2783-457A-A329-B11A4BC48496}">
      <dgm:prSet/>
      <dgm:spPr/>
      <dgm:t>
        <a:bodyPr/>
        <a:lstStyle/>
        <a:p>
          <a:endParaRPr lang="pt-BR"/>
        </a:p>
      </dgm:t>
    </dgm:pt>
    <dgm:pt modelId="{DFF90FD1-A072-4BDA-8CAB-433C92B24906}">
      <dgm:prSet phldrT="[Texto]" custT="1"/>
      <dgm:spPr/>
      <dgm:t>
        <a:bodyPr/>
        <a:lstStyle/>
        <a:p>
          <a:r>
            <a:rPr lang="pt-BR" sz="1000" dirty="0">
              <a:latin typeface="Arial" panose="020B0604020202020204" pitchFamily="34" charset="0"/>
              <a:cs typeface="Arial" panose="020B0604020202020204" pitchFamily="34" charset="0"/>
            </a:rPr>
            <a:t>Consumidor</a:t>
          </a:r>
        </a:p>
      </dgm:t>
    </dgm:pt>
    <dgm:pt modelId="{64724505-81CC-4625-81F3-361719BFCDA4}" type="parTrans" cxnId="{9B593CAD-EA2D-4D7B-AEAC-AEE2FC81F0B5}">
      <dgm:prSet/>
      <dgm:spPr/>
      <dgm:t>
        <a:bodyPr/>
        <a:lstStyle/>
        <a:p>
          <a:endParaRPr lang="pt-BR"/>
        </a:p>
      </dgm:t>
    </dgm:pt>
    <dgm:pt modelId="{F2CACB31-200D-49D9-830F-58C91996C908}" type="sibTrans" cxnId="{9B593CAD-EA2D-4D7B-AEAC-AEE2FC81F0B5}">
      <dgm:prSet/>
      <dgm:spPr/>
      <dgm:t>
        <a:bodyPr/>
        <a:lstStyle/>
        <a:p>
          <a:endParaRPr lang="pt-BR"/>
        </a:p>
      </dgm:t>
    </dgm:pt>
    <dgm:pt modelId="{CA709C56-0A3E-4C72-BDDC-39FD370652A3}">
      <dgm:prSet phldrT="[Texto]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Consumidor</a:t>
          </a:r>
        </a:p>
      </dgm:t>
    </dgm:pt>
    <dgm:pt modelId="{62D811DB-3A40-46F0-B323-1ABBE85EE17F}" type="parTrans" cxnId="{AF1BC271-C22A-4630-8EA4-4F4D7DB43F1A}">
      <dgm:prSet/>
      <dgm:spPr/>
      <dgm:t>
        <a:bodyPr/>
        <a:lstStyle/>
        <a:p>
          <a:endParaRPr lang="pt-BR"/>
        </a:p>
      </dgm:t>
    </dgm:pt>
    <dgm:pt modelId="{A0A9DCFA-A07B-468F-BD4F-DFB3634C4C9A}" type="sibTrans" cxnId="{AF1BC271-C22A-4630-8EA4-4F4D7DB43F1A}">
      <dgm:prSet/>
      <dgm:spPr/>
      <dgm:t>
        <a:bodyPr/>
        <a:lstStyle/>
        <a:p>
          <a:endParaRPr lang="pt-BR"/>
        </a:p>
      </dgm:t>
    </dgm:pt>
    <dgm:pt modelId="{F0690FF9-BE03-4573-86D9-4F029A80CFC3}" type="pres">
      <dgm:prSet presAssocID="{2137E88F-96F4-4FF4-B2EE-97DB04808A64}" presName="Name0" presStyleCnt="0">
        <dgm:presLayoutVars>
          <dgm:dir/>
          <dgm:resizeHandles val="exact"/>
        </dgm:presLayoutVars>
      </dgm:prSet>
      <dgm:spPr/>
    </dgm:pt>
    <dgm:pt modelId="{F88B1E78-12E6-41A2-8766-5B346D675A4F}" type="pres">
      <dgm:prSet presAssocID="{3250A6B4-7C3D-4E34-A003-A3B787675E96}" presName="node" presStyleLbl="node1" presStyleIdx="0" presStyleCnt="3" custRadScaleRad="88746" custRadScaleInc="-1680">
        <dgm:presLayoutVars>
          <dgm:bulletEnabled val="1"/>
        </dgm:presLayoutVars>
      </dgm:prSet>
      <dgm:spPr/>
    </dgm:pt>
    <dgm:pt modelId="{F6591B07-C212-4117-AE6B-0131CA0F5F29}" type="pres">
      <dgm:prSet presAssocID="{B6B8D8F2-88EF-4CF3-B993-13E5D06BC8D8}" presName="sibTrans" presStyleLbl="sibTrans2D1" presStyleIdx="0" presStyleCnt="3"/>
      <dgm:spPr/>
    </dgm:pt>
    <dgm:pt modelId="{382CBB86-C2F5-485D-95F4-C0506AAD380C}" type="pres">
      <dgm:prSet presAssocID="{B6B8D8F2-88EF-4CF3-B993-13E5D06BC8D8}" presName="connectorText" presStyleLbl="sibTrans2D1" presStyleIdx="0" presStyleCnt="3"/>
      <dgm:spPr/>
    </dgm:pt>
    <dgm:pt modelId="{1AEAE374-E81D-474C-A16C-463D4312841F}" type="pres">
      <dgm:prSet presAssocID="{DFF90FD1-A072-4BDA-8CAB-433C92B24906}" presName="node" presStyleLbl="node1" presStyleIdx="1" presStyleCnt="3" custRadScaleRad="106426" custRadScaleInc="-4171">
        <dgm:presLayoutVars>
          <dgm:bulletEnabled val="1"/>
        </dgm:presLayoutVars>
      </dgm:prSet>
      <dgm:spPr/>
    </dgm:pt>
    <dgm:pt modelId="{4436F55A-75F0-4677-ACE1-C8B55BB8265E}" type="pres">
      <dgm:prSet presAssocID="{F2CACB31-200D-49D9-830F-58C91996C908}" presName="sibTrans" presStyleLbl="sibTrans2D1" presStyleIdx="1" presStyleCnt="3"/>
      <dgm:spPr>
        <a:prstGeom prst="mathMinus">
          <a:avLst/>
        </a:prstGeom>
      </dgm:spPr>
    </dgm:pt>
    <dgm:pt modelId="{3A7CE1F1-088A-48F0-A34D-9BB5006929B0}" type="pres">
      <dgm:prSet presAssocID="{F2CACB31-200D-49D9-830F-58C91996C908}" presName="connectorText" presStyleLbl="sibTrans2D1" presStyleIdx="1" presStyleCnt="3"/>
      <dgm:spPr/>
    </dgm:pt>
    <dgm:pt modelId="{2DE332B6-7D20-438B-8E35-568BC6E80611}" type="pres">
      <dgm:prSet presAssocID="{CA709C56-0A3E-4C72-BDDC-39FD370652A3}" presName="node" presStyleLbl="node1" presStyleIdx="2" presStyleCnt="3" custRadScaleRad="119224" custRadScaleInc="10190">
        <dgm:presLayoutVars>
          <dgm:bulletEnabled val="1"/>
        </dgm:presLayoutVars>
      </dgm:prSet>
      <dgm:spPr/>
    </dgm:pt>
    <dgm:pt modelId="{94E167B3-B40B-451E-AD4D-FD3B49DE582C}" type="pres">
      <dgm:prSet presAssocID="{A0A9DCFA-A07B-468F-BD4F-DFB3634C4C9A}" presName="sibTrans" presStyleLbl="sibTrans2D1" presStyleIdx="2" presStyleCnt="3"/>
      <dgm:spPr/>
    </dgm:pt>
    <dgm:pt modelId="{DB941D85-F602-4581-A342-F1F05C3C6365}" type="pres">
      <dgm:prSet presAssocID="{A0A9DCFA-A07B-468F-BD4F-DFB3634C4C9A}" presName="connectorText" presStyleLbl="sibTrans2D1" presStyleIdx="2" presStyleCnt="3"/>
      <dgm:spPr/>
    </dgm:pt>
  </dgm:ptLst>
  <dgm:cxnLst>
    <dgm:cxn modelId="{D2271009-8095-47B8-84B8-5F5D64D92CCF}" type="presOf" srcId="{3250A6B4-7C3D-4E34-A003-A3B787675E96}" destId="{F88B1E78-12E6-41A2-8766-5B346D675A4F}" srcOrd="0" destOrd="0" presId="urn:microsoft.com/office/officeart/2005/8/layout/cycle7"/>
    <dgm:cxn modelId="{F3D0C428-5E8C-49C8-856E-35A0E9D43375}" type="presOf" srcId="{B6B8D8F2-88EF-4CF3-B993-13E5D06BC8D8}" destId="{F6591B07-C212-4117-AE6B-0131CA0F5F29}" srcOrd="0" destOrd="0" presId="urn:microsoft.com/office/officeart/2005/8/layout/cycle7"/>
    <dgm:cxn modelId="{9177794F-3C1D-41CA-9AF9-D5F9D0BBDF20}" type="presOf" srcId="{B6B8D8F2-88EF-4CF3-B993-13E5D06BC8D8}" destId="{382CBB86-C2F5-485D-95F4-C0506AAD380C}" srcOrd="1" destOrd="0" presId="urn:microsoft.com/office/officeart/2005/8/layout/cycle7"/>
    <dgm:cxn modelId="{AF1BC271-C22A-4630-8EA4-4F4D7DB43F1A}" srcId="{2137E88F-96F4-4FF4-B2EE-97DB04808A64}" destId="{CA709C56-0A3E-4C72-BDDC-39FD370652A3}" srcOrd="2" destOrd="0" parTransId="{62D811DB-3A40-46F0-B323-1ABBE85EE17F}" sibTransId="{A0A9DCFA-A07B-468F-BD4F-DFB3634C4C9A}"/>
    <dgm:cxn modelId="{92172689-8B48-452A-8F06-A3ECC23BE596}" type="presOf" srcId="{2137E88F-96F4-4FF4-B2EE-97DB04808A64}" destId="{F0690FF9-BE03-4573-86D9-4F029A80CFC3}" srcOrd="0" destOrd="0" presId="urn:microsoft.com/office/officeart/2005/8/layout/cycle7"/>
    <dgm:cxn modelId="{0EA20A8D-C4A8-4DCA-A368-72569C594C65}" type="presOf" srcId="{F2CACB31-200D-49D9-830F-58C91996C908}" destId="{4436F55A-75F0-4677-ACE1-C8B55BB8265E}" srcOrd="0" destOrd="0" presId="urn:microsoft.com/office/officeart/2005/8/layout/cycle7"/>
    <dgm:cxn modelId="{0B557F9A-6256-44D6-9386-DA0A7D9F1B3F}" type="presOf" srcId="{DFF90FD1-A072-4BDA-8CAB-433C92B24906}" destId="{1AEAE374-E81D-474C-A16C-463D4312841F}" srcOrd="0" destOrd="0" presId="urn:microsoft.com/office/officeart/2005/8/layout/cycle7"/>
    <dgm:cxn modelId="{9B593CAD-EA2D-4D7B-AEAC-AEE2FC81F0B5}" srcId="{2137E88F-96F4-4FF4-B2EE-97DB04808A64}" destId="{DFF90FD1-A072-4BDA-8CAB-433C92B24906}" srcOrd="1" destOrd="0" parTransId="{64724505-81CC-4625-81F3-361719BFCDA4}" sibTransId="{F2CACB31-200D-49D9-830F-58C91996C908}"/>
    <dgm:cxn modelId="{1E402BC1-8A84-4C0D-B3C5-A215BA76F8CB}" type="presOf" srcId="{A0A9DCFA-A07B-468F-BD4F-DFB3634C4C9A}" destId="{DB941D85-F602-4581-A342-F1F05C3C6365}" srcOrd="1" destOrd="0" presId="urn:microsoft.com/office/officeart/2005/8/layout/cycle7"/>
    <dgm:cxn modelId="{974DCCC5-2783-457A-A329-B11A4BC48496}" srcId="{2137E88F-96F4-4FF4-B2EE-97DB04808A64}" destId="{3250A6B4-7C3D-4E34-A003-A3B787675E96}" srcOrd="0" destOrd="0" parTransId="{F0DFC242-4704-4D3B-BE78-E2CDB0511AE7}" sibTransId="{B6B8D8F2-88EF-4CF3-B993-13E5D06BC8D8}"/>
    <dgm:cxn modelId="{A7082CCC-FD38-4EE4-B4B1-848240EEC6ED}" type="presOf" srcId="{CA709C56-0A3E-4C72-BDDC-39FD370652A3}" destId="{2DE332B6-7D20-438B-8E35-568BC6E80611}" srcOrd="0" destOrd="0" presId="urn:microsoft.com/office/officeart/2005/8/layout/cycle7"/>
    <dgm:cxn modelId="{52D956CF-5C41-4EF1-B89B-6D66C15C66B3}" type="presOf" srcId="{F2CACB31-200D-49D9-830F-58C91996C908}" destId="{3A7CE1F1-088A-48F0-A34D-9BB5006929B0}" srcOrd="1" destOrd="0" presId="urn:microsoft.com/office/officeart/2005/8/layout/cycle7"/>
    <dgm:cxn modelId="{FCDFA8D9-5040-4E6C-976E-8C0D5887CA52}" type="presOf" srcId="{A0A9DCFA-A07B-468F-BD4F-DFB3634C4C9A}" destId="{94E167B3-B40B-451E-AD4D-FD3B49DE582C}" srcOrd="0" destOrd="0" presId="urn:microsoft.com/office/officeart/2005/8/layout/cycle7"/>
    <dgm:cxn modelId="{C9F091BD-C8B1-4415-9150-B908D4630771}" type="presParOf" srcId="{F0690FF9-BE03-4573-86D9-4F029A80CFC3}" destId="{F88B1E78-12E6-41A2-8766-5B346D675A4F}" srcOrd="0" destOrd="0" presId="urn:microsoft.com/office/officeart/2005/8/layout/cycle7"/>
    <dgm:cxn modelId="{4E646648-A053-40DA-8E0E-AE159A02529E}" type="presParOf" srcId="{F0690FF9-BE03-4573-86D9-4F029A80CFC3}" destId="{F6591B07-C212-4117-AE6B-0131CA0F5F29}" srcOrd="1" destOrd="0" presId="urn:microsoft.com/office/officeart/2005/8/layout/cycle7"/>
    <dgm:cxn modelId="{47766434-FD56-4AF8-83F2-93493C0B7490}" type="presParOf" srcId="{F6591B07-C212-4117-AE6B-0131CA0F5F29}" destId="{382CBB86-C2F5-485D-95F4-C0506AAD380C}" srcOrd="0" destOrd="0" presId="urn:microsoft.com/office/officeart/2005/8/layout/cycle7"/>
    <dgm:cxn modelId="{317B8A3E-A905-4C2B-A34E-8E3F8F71FDB6}" type="presParOf" srcId="{F0690FF9-BE03-4573-86D9-4F029A80CFC3}" destId="{1AEAE374-E81D-474C-A16C-463D4312841F}" srcOrd="2" destOrd="0" presId="urn:microsoft.com/office/officeart/2005/8/layout/cycle7"/>
    <dgm:cxn modelId="{87AB1DC2-4887-4D49-A686-A3ED56C3E937}" type="presParOf" srcId="{F0690FF9-BE03-4573-86D9-4F029A80CFC3}" destId="{4436F55A-75F0-4677-ACE1-C8B55BB8265E}" srcOrd="3" destOrd="0" presId="urn:microsoft.com/office/officeart/2005/8/layout/cycle7"/>
    <dgm:cxn modelId="{0314CEA8-16C0-443D-B48A-B7046B614C81}" type="presParOf" srcId="{4436F55A-75F0-4677-ACE1-C8B55BB8265E}" destId="{3A7CE1F1-088A-48F0-A34D-9BB5006929B0}" srcOrd="0" destOrd="0" presId="urn:microsoft.com/office/officeart/2005/8/layout/cycle7"/>
    <dgm:cxn modelId="{DC91439E-8463-4D0A-9F0A-BCEDEE4A2280}" type="presParOf" srcId="{F0690FF9-BE03-4573-86D9-4F029A80CFC3}" destId="{2DE332B6-7D20-438B-8E35-568BC6E80611}" srcOrd="4" destOrd="0" presId="urn:microsoft.com/office/officeart/2005/8/layout/cycle7"/>
    <dgm:cxn modelId="{E9BC2EBF-5184-4E8C-9722-62F073E9AD77}" type="presParOf" srcId="{F0690FF9-BE03-4573-86D9-4F029A80CFC3}" destId="{94E167B3-B40B-451E-AD4D-FD3B49DE582C}" srcOrd="5" destOrd="0" presId="urn:microsoft.com/office/officeart/2005/8/layout/cycle7"/>
    <dgm:cxn modelId="{C9B2E802-6055-4616-9BA5-B3BADF6B67A1}" type="presParOf" srcId="{94E167B3-B40B-451E-AD4D-FD3B49DE582C}" destId="{DB941D85-F602-4581-A342-F1F05C3C6365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1020FA-DD2B-4F5D-A631-86CDE8EB753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06FE61D-0CB9-429E-9F53-DF35D372BC2A}">
      <dgm:prSet phldrT="[Texto]"/>
      <dgm:spPr/>
      <dgm:t>
        <a:bodyPr/>
        <a:lstStyle/>
        <a:p>
          <a:r>
            <a:rPr 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Alguma características</a:t>
          </a:r>
        </a:p>
      </dgm:t>
    </dgm:pt>
    <dgm:pt modelId="{C60B3AE7-B0ED-400D-9CB0-ECCF58669503}" type="parTrans" cxnId="{E9701D5F-631B-4742-B460-AAD0A2EBD732}">
      <dgm:prSet/>
      <dgm:spPr/>
      <dgm:t>
        <a:bodyPr/>
        <a:lstStyle/>
        <a:p>
          <a:endParaRPr lang="pt-BR"/>
        </a:p>
      </dgm:t>
    </dgm:pt>
    <dgm:pt modelId="{56C8962E-B5DB-40EB-806C-D824618865A6}" type="sibTrans" cxnId="{E9701D5F-631B-4742-B460-AAD0A2EBD732}">
      <dgm:prSet/>
      <dgm:spPr/>
      <dgm:t>
        <a:bodyPr/>
        <a:lstStyle/>
        <a:p>
          <a:endParaRPr lang="pt-BR"/>
        </a:p>
      </dgm:t>
    </dgm:pt>
    <dgm:pt modelId="{57BA9DB2-9052-4BAE-A4CF-6C7441906350}">
      <dgm:prSet phldrT="[Texto]" custT="1"/>
      <dgm:spPr/>
      <dgm:t>
        <a:bodyPr/>
        <a:lstStyle/>
        <a:p>
          <a:r>
            <a:rPr lang="pt-BR" sz="28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Redução no tempo de Desenvolvimento .	</a:t>
          </a:r>
        </a:p>
      </dgm:t>
    </dgm:pt>
    <dgm:pt modelId="{3DFA744E-0173-451D-931E-79EF1F1D9727}" type="parTrans" cxnId="{F7333247-56F0-421C-8F4D-CAED743F2B63}">
      <dgm:prSet/>
      <dgm:spPr/>
      <dgm:t>
        <a:bodyPr/>
        <a:lstStyle/>
        <a:p>
          <a:endParaRPr lang="pt-BR"/>
        </a:p>
      </dgm:t>
    </dgm:pt>
    <dgm:pt modelId="{1110D2D8-B235-4E40-8F48-D21BAC4D7C88}" type="sibTrans" cxnId="{F7333247-56F0-421C-8F4D-CAED743F2B63}">
      <dgm:prSet/>
      <dgm:spPr/>
      <dgm:t>
        <a:bodyPr/>
        <a:lstStyle/>
        <a:p>
          <a:endParaRPr lang="pt-BR"/>
        </a:p>
      </dgm:t>
    </dgm:pt>
    <dgm:pt modelId="{84080DA6-103F-4F21-A414-C135A427AA48}">
      <dgm:prSet phldrT="[Texto]" custT="1"/>
      <dgm:spPr/>
      <dgm:t>
        <a:bodyPr/>
        <a:lstStyle/>
        <a:p>
          <a:r>
            <a:rPr lang="pt-BR" sz="28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Envolve pouca colaboração de outros times.</a:t>
          </a:r>
        </a:p>
      </dgm:t>
    </dgm:pt>
    <dgm:pt modelId="{CE4B77FF-59FD-4C0E-88D3-18862E0048E9}" type="parTrans" cxnId="{048F5F0A-DA01-4314-B38F-C695FB7255AD}">
      <dgm:prSet/>
      <dgm:spPr/>
      <dgm:t>
        <a:bodyPr/>
        <a:lstStyle/>
        <a:p>
          <a:endParaRPr lang="pt-BR"/>
        </a:p>
      </dgm:t>
    </dgm:pt>
    <dgm:pt modelId="{316B9426-F6AF-4294-A14C-CE3F9FF9BE83}" type="sibTrans" cxnId="{048F5F0A-DA01-4314-B38F-C695FB7255AD}">
      <dgm:prSet/>
      <dgm:spPr/>
      <dgm:t>
        <a:bodyPr/>
        <a:lstStyle/>
        <a:p>
          <a:endParaRPr lang="pt-BR"/>
        </a:p>
      </dgm:t>
    </dgm:pt>
    <dgm:pt modelId="{40372B69-C93B-49C5-807B-4433253D43CF}">
      <dgm:prSet phldrT="[Texto]" custT="1"/>
      <dgm:spPr/>
      <dgm:t>
        <a:bodyPr/>
        <a:lstStyle/>
        <a:p>
          <a:r>
            <a:rPr lang="pt-BR" sz="28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Se há muita manutenção após outros serviços sofrerem alteração é um indicativo ruim de acoplamento.</a:t>
          </a:r>
        </a:p>
      </dgm:t>
    </dgm:pt>
    <dgm:pt modelId="{FE0E78F2-89F6-435D-B4F6-FBBB05289B72}" type="parTrans" cxnId="{1AFAD93F-B616-4A04-A961-817494D0E557}">
      <dgm:prSet/>
      <dgm:spPr/>
      <dgm:t>
        <a:bodyPr/>
        <a:lstStyle/>
        <a:p>
          <a:endParaRPr lang="pt-BR"/>
        </a:p>
      </dgm:t>
    </dgm:pt>
    <dgm:pt modelId="{7303CADE-E69C-4EA2-B3E7-0AD3A9A74658}" type="sibTrans" cxnId="{1AFAD93F-B616-4A04-A961-817494D0E557}">
      <dgm:prSet/>
      <dgm:spPr/>
      <dgm:t>
        <a:bodyPr/>
        <a:lstStyle/>
        <a:p>
          <a:endParaRPr lang="pt-BR"/>
        </a:p>
      </dgm:t>
    </dgm:pt>
    <dgm:pt modelId="{F6E3574B-3167-40C5-958B-6FCA3CECF31E}" type="pres">
      <dgm:prSet presAssocID="{231020FA-DD2B-4F5D-A631-86CDE8EB753A}" presName="Name0" presStyleCnt="0">
        <dgm:presLayoutVars>
          <dgm:dir/>
          <dgm:animLvl val="lvl"/>
          <dgm:resizeHandles val="exact"/>
        </dgm:presLayoutVars>
      </dgm:prSet>
      <dgm:spPr/>
    </dgm:pt>
    <dgm:pt modelId="{4032A70A-676C-453A-B331-1300F3729560}" type="pres">
      <dgm:prSet presAssocID="{E06FE61D-0CB9-429E-9F53-DF35D372BC2A}" presName="linNode" presStyleCnt="0"/>
      <dgm:spPr/>
    </dgm:pt>
    <dgm:pt modelId="{08CEEB5B-A2E9-4F8A-9C72-EABBF1FD53B6}" type="pres">
      <dgm:prSet presAssocID="{E06FE61D-0CB9-429E-9F53-DF35D372BC2A}" presName="parentText" presStyleLbl="node1" presStyleIdx="0" presStyleCnt="1" custLinFactNeighborX="-5644" custLinFactNeighborY="-2942">
        <dgm:presLayoutVars>
          <dgm:chMax val="1"/>
          <dgm:bulletEnabled val="1"/>
        </dgm:presLayoutVars>
      </dgm:prSet>
      <dgm:spPr/>
    </dgm:pt>
    <dgm:pt modelId="{0BD679A4-56A3-47B0-BEE2-FA10F22A8592}" type="pres">
      <dgm:prSet presAssocID="{E06FE61D-0CB9-429E-9F53-DF35D372BC2A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48F5F0A-DA01-4314-B38F-C695FB7255AD}" srcId="{E06FE61D-0CB9-429E-9F53-DF35D372BC2A}" destId="{84080DA6-103F-4F21-A414-C135A427AA48}" srcOrd="1" destOrd="0" parTransId="{CE4B77FF-59FD-4C0E-88D3-18862E0048E9}" sibTransId="{316B9426-F6AF-4294-A14C-CE3F9FF9BE83}"/>
    <dgm:cxn modelId="{1AFAD93F-B616-4A04-A961-817494D0E557}" srcId="{E06FE61D-0CB9-429E-9F53-DF35D372BC2A}" destId="{40372B69-C93B-49C5-807B-4433253D43CF}" srcOrd="2" destOrd="0" parTransId="{FE0E78F2-89F6-435D-B4F6-FBBB05289B72}" sibTransId="{7303CADE-E69C-4EA2-B3E7-0AD3A9A74658}"/>
    <dgm:cxn modelId="{E9701D5F-631B-4742-B460-AAD0A2EBD732}" srcId="{231020FA-DD2B-4F5D-A631-86CDE8EB753A}" destId="{E06FE61D-0CB9-429E-9F53-DF35D372BC2A}" srcOrd="0" destOrd="0" parTransId="{C60B3AE7-B0ED-400D-9CB0-ECCF58669503}" sibTransId="{56C8962E-B5DB-40EB-806C-D824618865A6}"/>
    <dgm:cxn modelId="{F7333247-56F0-421C-8F4D-CAED743F2B63}" srcId="{E06FE61D-0CB9-429E-9F53-DF35D372BC2A}" destId="{57BA9DB2-9052-4BAE-A4CF-6C7441906350}" srcOrd="0" destOrd="0" parTransId="{3DFA744E-0173-451D-931E-79EF1F1D9727}" sibTransId="{1110D2D8-B235-4E40-8F48-D21BAC4D7C88}"/>
    <dgm:cxn modelId="{713BE94E-D7E3-480B-B42D-0DB958224D25}" type="presOf" srcId="{57BA9DB2-9052-4BAE-A4CF-6C7441906350}" destId="{0BD679A4-56A3-47B0-BEE2-FA10F22A8592}" srcOrd="0" destOrd="0" presId="urn:microsoft.com/office/officeart/2005/8/layout/vList5"/>
    <dgm:cxn modelId="{2F115874-F4E5-49F9-9C00-56A6AD37EE0A}" type="presOf" srcId="{231020FA-DD2B-4F5D-A631-86CDE8EB753A}" destId="{F6E3574B-3167-40C5-958B-6FCA3CECF31E}" srcOrd="0" destOrd="0" presId="urn:microsoft.com/office/officeart/2005/8/layout/vList5"/>
    <dgm:cxn modelId="{836730D5-304D-4F39-A18B-854AC40B88EA}" type="presOf" srcId="{E06FE61D-0CB9-429E-9F53-DF35D372BC2A}" destId="{08CEEB5B-A2E9-4F8A-9C72-EABBF1FD53B6}" srcOrd="0" destOrd="0" presId="urn:microsoft.com/office/officeart/2005/8/layout/vList5"/>
    <dgm:cxn modelId="{811343D9-AA01-443F-9A39-7B830707105F}" type="presOf" srcId="{84080DA6-103F-4F21-A414-C135A427AA48}" destId="{0BD679A4-56A3-47B0-BEE2-FA10F22A8592}" srcOrd="0" destOrd="1" presId="urn:microsoft.com/office/officeart/2005/8/layout/vList5"/>
    <dgm:cxn modelId="{422074E7-D1FD-409E-B86B-F9B4B4CD7FDD}" type="presOf" srcId="{40372B69-C93B-49C5-807B-4433253D43CF}" destId="{0BD679A4-56A3-47B0-BEE2-FA10F22A8592}" srcOrd="0" destOrd="2" presId="urn:microsoft.com/office/officeart/2005/8/layout/vList5"/>
    <dgm:cxn modelId="{45812424-73FA-4030-AE97-BAC79567919E}" type="presParOf" srcId="{F6E3574B-3167-40C5-958B-6FCA3CECF31E}" destId="{4032A70A-676C-453A-B331-1300F3729560}" srcOrd="0" destOrd="0" presId="urn:microsoft.com/office/officeart/2005/8/layout/vList5"/>
    <dgm:cxn modelId="{20401B62-735C-47D5-AAA8-14750E3CD5A8}" type="presParOf" srcId="{4032A70A-676C-453A-B331-1300F3729560}" destId="{08CEEB5B-A2E9-4F8A-9C72-EABBF1FD53B6}" srcOrd="0" destOrd="0" presId="urn:microsoft.com/office/officeart/2005/8/layout/vList5"/>
    <dgm:cxn modelId="{2A50AF6A-EC99-406C-B7E3-A39661EE59C5}" type="presParOf" srcId="{4032A70A-676C-453A-B331-1300F3729560}" destId="{0BD679A4-56A3-47B0-BEE2-FA10F22A859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D0E83C5-5A4A-46BD-8446-F5B9E1CDC48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A190400B-155A-4844-BB26-C82DD0366D66}">
      <dgm:prSet phldrT="[Texto]" custT="1"/>
      <dgm:spPr/>
      <dgm:t>
        <a:bodyPr/>
        <a:lstStyle/>
        <a:p>
          <a:r>
            <a:rPr lang="pt-BR" sz="20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Não há um gabarito para definir a arquitetura.</a:t>
          </a:r>
        </a:p>
      </dgm:t>
    </dgm:pt>
    <dgm:pt modelId="{C5D1B5F9-F8B8-48DE-B417-FD56021D002C}" type="parTrans" cxnId="{D594C108-E48C-4436-946B-4249ACC979FF}">
      <dgm:prSet/>
      <dgm:spPr/>
      <dgm:t>
        <a:bodyPr/>
        <a:lstStyle/>
        <a:p>
          <a:endParaRPr lang="pt-BR"/>
        </a:p>
      </dgm:t>
    </dgm:pt>
    <dgm:pt modelId="{9CE3A67B-57BA-4E0E-ACFE-1A20389AEF66}" type="sibTrans" cxnId="{D594C108-E48C-4436-946B-4249ACC979FF}">
      <dgm:prSet/>
      <dgm:spPr/>
      <dgm:t>
        <a:bodyPr/>
        <a:lstStyle/>
        <a:p>
          <a:endParaRPr lang="pt-BR"/>
        </a:p>
      </dgm:t>
    </dgm:pt>
    <dgm:pt modelId="{3376D4FA-D7F3-4A78-9A8F-AA82994C44B3}">
      <dgm:prSet phldrT="[Texto]" custT="1"/>
      <dgm:spPr/>
      <dgm:t>
        <a:bodyPr/>
        <a:lstStyle/>
        <a:p>
          <a:r>
            <a:rPr lang="pt-BR" sz="20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Não é um processo mecânico.</a:t>
          </a:r>
        </a:p>
      </dgm:t>
    </dgm:pt>
    <dgm:pt modelId="{CA25ABC5-D7AF-4C91-A017-23408911C001}" type="parTrans" cxnId="{666CBE28-CD29-426B-8731-BCDC107BD917}">
      <dgm:prSet/>
      <dgm:spPr/>
      <dgm:t>
        <a:bodyPr/>
        <a:lstStyle/>
        <a:p>
          <a:endParaRPr lang="pt-BR"/>
        </a:p>
      </dgm:t>
    </dgm:pt>
    <dgm:pt modelId="{A7B3246F-E4E5-41D8-863D-591C710E652F}" type="sibTrans" cxnId="{666CBE28-CD29-426B-8731-BCDC107BD917}">
      <dgm:prSet/>
      <dgm:spPr/>
      <dgm:t>
        <a:bodyPr/>
        <a:lstStyle/>
        <a:p>
          <a:endParaRPr lang="pt-BR"/>
        </a:p>
      </dgm:t>
    </dgm:pt>
    <dgm:pt modelId="{95F5D02D-FEB1-4E9E-96C4-D1AF19AB0C03}">
      <dgm:prSet custT="1"/>
      <dgm:spPr/>
      <dgm:t>
        <a:bodyPr/>
        <a:lstStyle/>
        <a:p>
          <a:r>
            <a:rPr lang="pt-BR" sz="1600" b="1" dirty="0">
              <a:latin typeface="Arial" panose="020B0604020202020204" pitchFamily="34" charset="0"/>
              <a:cs typeface="Arial" panose="020B0604020202020204" pitchFamily="34" charset="0"/>
            </a:rPr>
            <a:t>De Acordo com as particularidades da empresa pode-se ter uma arquitetura diferente.</a:t>
          </a:r>
        </a:p>
      </dgm:t>
    </dgm:pt>
    <dgm:pt modelId="{D7CC5D1A-5249-4E6F-981B-398F384402D6}" type="parTrans" cxnId="{30CEADA6-A6D2-4E46-8CF0-D60A94ABF9AB}">
      <dgm:prSet/>
      <dgm:spPr/>
      <dgm:t>
        <a:bodyPr/>
        <a:lstStyle/>
        <a:p>
          <a:endParaRPr lang="pt-BR"/>
        </a:p>
      </dgm:t>
    </dgm:pt>
    <dgm:pt modelId="{D917AD8C-D716-4A2F-989B-DB1D4483F3FF}" type="sibTrans" cxnId="{30CEADA6-A6D2-4E46-8CF0-D60A94ABF9AB}">
      <dgm:prSet/>
      <dgm:spPr/>
      <dgm:t>
        <a:bodyPr/>
        <a:lstStyle/>
        <a:p>
          <a:endParaRPr lang="pt-BR"/>
        </a:p>
      </dgm:t>
    </dgm:pt>
    <dgm:pt modelId="{1DBEA422-60CC-4E26-9086-13222FFED8E6}">
      <dgm:prSet custT="1"/>
      <dgm:spPr/>
      <dgm:t>
        <a:bodyPr/>
        <a:lstStyle/>
        <a:p>
          <a:r>
            <a:rPr lang="pt-BR" sz="1600" b="1" dirty="0">
              <a:latin typeface="Arial" panose="020B0604020202020204" pitchFamily="34" charset="0"/>
              <a:cs typeface="Arial" panose="020B0604020202020204" pitchFamily="34" charset="0"/>
            </a:rPr>
            <a:t>Envolve muita vivência e criatividade.</a:t>
          </a:r>
        </a:p>
      </dgm:t>
    </dgm:pt>
    <dgm:pt modelId="{B9BA2A27-BCEF-4395-9AA8-6D34ECC3041B}" type="parTrans" cxnId="{869233DE-F3F9-41AD-A619-8511F6374167}">
      <dgm:prSet/>
      <dgm:spPr/>
      <dgm:t>
        <a:bodyPr/>
        <a:lstStyle/>
        <a:p>
          <a:endParaRPr lang="pt-BR"/>
        </a:p>
      </dgm:t>
    </dgm:pt>
    <dgm:pt modelId="{0AA3056B-698C-424A-BB65-C37E55016395}" type="sibTrans" cxnId="{869233DE-F3F9-41AD-A619-8511F6374167}">
      <dgm:prSet/>
      <dgm:spPr/>
      <dgm:t>
        <a:bodyPr/>
        <a:lstStyle/>
        <a:p>
          <a:endParaRPr lang="pt-BR"/>
        </a:p>
      </dgm:t>
    </dgm:pt>
    <dgm:pt modelId="{C3F5F503-D7AE-4A0E-8B98-2A84D44D5629}">
      <dgm:prSet custT="1"/>
      <dgm:spPr/>
      <dgm:t>
        <a:bodyPr/>
        <a:lstStyle/>
        <a:p>
          <a:r>
            <a:rPr lang="pt-BR" sz="20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Deve levar em conta as particularidades da empresa e do negócio no processo.</a:t>
          </a:r>
        </a:p>
      </dgm:t>
    </dgm:pt>
    <dgm:pt modelId="{5C22857B-4B05-446C-B91A-40209B31D32A}" type="parTrans" cxnId="{AB80634B-A706-4F2E-BA63-07EF94EFF7B4}">
      <dgm:prSet/>
      <dgm:spPr/>
      <dgm:t>
        <a:bodyPr/>
        <a:lstStyle/>
        <a:p>
          <a:endParaRPr lang="pt-BR"/>
        </a:p>
      </dgm:t>
    </dgm:pt>
    <dgm:pt modelId="{24C7F29A-6C1C-4225-8A40-B2203A56E325}" type="sibTrans" cxnId="{AB80634B-A706-4F2E-BA63-07EF94EFF7B4}">
      <dgm:prSet/>
      <dgm:spPr/>
      <dgm:t>
        <a:bodyPr/>
        <a:lstStyle/>
        <a:p>
          <a:endParaRPr lang="pt-BR"/>
        </a:p>
      </dgm:t>
    </dgm:pt>
    <dgm:pt modelId="{BC3E306C-5A8B-4085-8457-D936C3D165F1}">
      <dgm:prSet custT="1"/>
      <dgm:spPr/>
      <dgm:t>
        <a:bodyPr/>
        <a:lstStyle/>
        <a:p>
          <a:r>
            <a:rPr lang="pt-BR" sz="1600" b="1" dirty="0">
              <a:latin typeface="Arial" panose="020B0604020202020204" pitchFamily="34" charset="0"/>
              <a:cs typeface="Arial" panose="020B0604020202020204" pitchFamily="34" charset="0"/>
            </a:rPr>
            <a:t>O conhecimento do negócio é essencial. </a:t>
          </a:r>
        </a:p>
      </dgm:t>
    </dgm:pt>
    <dgm:pt modelId="{0F111066-92C6-48C0-A8F4-5886ED00B6AA}" type="parTrans" cxnId="{6B50FBAF-E994-4AC8-9768-7B3D7ADC7DD2}">
      <dgm:prSet/>
      <dgm:spPr/>
      <dgm:t>
        <a:bodyPr/>
        <a:lstStyle/>
        <a:p>
          <a:endParaRPr lang="pt-BR"/>
        </a:p>
      </dgm:t>
    </dgm:pt>
    <dgm:pt modelId="{1344388F-E95B-4482-9037-52D682A6A849}" type="sibTrans" cxnId="{6B50FBAF-E994-4AC8-9768-7B3D7ADC7DD2}">
      <dgm:prSet/>
      <dgm:spPr/>
      <dgm:t>
        <a:bodyPr/>
        <a:lstStyle/>
        <a:p>
          <a:endParaRPr lang="pt-BR"/>
        </a:p>
      </dgm:t>
    </dgm:pt>
    <dgm:pt modelId="{712DE0D5-7096-43AB-BE4C-A950D3474D26}" type="pres">
      <dgm:prSet presAssocID="{DD0E83C5-5A4A-46BD-8446-F5B9E1CDC480}" presName="linear" presStyleCnt="0">
        <dgm:presLayoutVars>
          <dgm:dir/>
          <dgm:animLvl val="lvl"/>
          <dgm:resizeHandles val="exact"/>
        </dgm:presLayoutVars>
      </dgm:prSet>
      <dgm:spPr/>
    </dgm:pt>
    <dgm:pt modelId="{CBA19CB0-C1B0-468E-9604-0111DC814E15}" type="pres">
      <dgm:prSet presAssocID="{A190400B-155A-4844-BB26-C82DD0366D66}" presName="parentLin" presStyleCnt="0"/>
      <dgm:spPr/>
    </dgm:pt>
    <dgm:pt modelId="{CE26AAEB-F723-45A2-B4EF-97937140418E}" type="pres">
      <dgm:prSet presAssocID="{A190400B-155A-4844-BB26-C82DD0366D66}" presName="parentLeftMargin" presStyleLbl="node1" presStyleIdx="0" presStyleCnt="3"/>
      <dgm:spPr/>
    </dgm:pt>
    <dgm:pt modelId="{3CDCCBFB-AA4E-46B6-8904-E5E06E99E005}" type="pres">
      <dgm:prSet presAssocID="{A190400B-155A-4844-BB26-C82DD0366D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4DF8A4-66DD-40AE-BF23-79E7A1C8B39D}" type="pres">
      <dgm:prSet presAssocID="{A190400B-155A-4844-BB26-C82DD0366D66}" presName="negativeSpace" presStyleCnt="0"/>
      <dgm:spPr/>
    </dgm:pt>
    <dgm:pt modelId="{CF9BD7F4-E681-4EF7-8A91-9D64030E017B}" type="pres">
      <dgm:prSet presAssocID="{A190400B-155A-4844-BB26-C82DD0366D66}" presName="childText" presStyleLbl="conFgAcc1" presStyleIdx="0" presStyleCnt="3">
        <dgm:presLayoutVars>
          <dgm:bulletEnabled val="1"/>
        </dgm:presLayoutVars>
      </dgm:prSet>
      <dgm:spPr/>
    </dgm:pt>
    <dgm:pt modelId="{3DFF80CB-DBA0-4454-9C5D-274F0591FF0B}" type="pres">
      <dgm:prSet presAssocID="{9CE3A67B-57BA-4E0E-ACFE-1A20389AEF66}" presName="spaceBetweenRectangles" presStyleCnt="0"/>
      <dgm:spPr/>
    </dgm:pt>
    <dgm:pt modelId="{E741B015-40EB-42F0-A141-5B7CA123B252}" type="pres">
      <dgm:prSet presAssocID="{3376D4FA-D7F3-4A78-9A8F-AA82994C44B3}" presName="parentLin" presStyleCnt="0"/>
      <dgm:spPr/>
    </dgm:pt>
    <dgm:pt modelId="{5F3307A0-E9C9-4C89-B915-EE670466A7F0}" type="pres">
      <dgm:prSet presAssocID="{3376D4FA-D7F3-4A78-9A8F-AA82994C44B3}" presName="parentLeftMargin" presStyleLbl="node1" presStyleIdx="0" presStyleCnt="3"/>
      <dgm:spPr/>
    </dgm:pt>
    <dgm:pt modelId="{95C1FF45-19A0-48E9-A092-8FAEAFFDA730}" type="pres">
      <dgm:prSet presAssocID="{3376D4FA-D7F3-4A78-9A8F-AA82994C44B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72BC31B-7E74-4EFF-B42B-71F036F24BBC}" type="pres">
      <dgm:prSet presAssocID="{3376D4FA-D7F3-4A78-9A8F-AA82994C44B3}" presName="negativeSpace" presStyleCnt="0"/>
      <dgm:spPr/>
    </dgm:pt>
    <dgm:pt modelId="{38F6B00B-E64B-4E58-A013-A2F94A657CD2}" type="pres">
      <dgm:prSet presAssocID="{3376D4FA-D7F3-4A78-9A8F-AA82994C44B3}" presName="childText" presStyleLbl="conFgAcc1" presStyleIdx="1" presStyleCnt="3">
        <dgm:presLayoutVars>
          <dgm:bulletEnabled val="1"/>
        </dgm:presLayoutVars>
      </dgm:prSet>
      <dgm:spPr/>
    </dgm:pt>
    <dgm:pt modelId="{E17569E1-8370-4189-9EE6-CA8694D18612}" type="pres">
      <dgm:prSet presAssocID="{A7B3246F-E4E5-41D8-863D-591C710E652F}" presName="spaceBetweenRectangles" presStyleCnt="0"/>
      <dgm:spPr/>
    </dgm:pt>
    <dgm:pt modelId="{E626A91B-F5AF-4D26-A574-CB4CF9E349D4}" type="pres">
      <dgm:prSet presAssocID="{C3F5F503-D7AE-4A0E-8B98-2A84D44D5629}" presName="parentLin" presStyleCnt="0"/>
      <dgm:spPr/>
    </dgm:pt>
    <dgm:pt modelId="{11590527-F6AE-488D-85BE-C1326C3BEC27}" type="pres">
      <dgm:prSet presAssocID="{C3F5F503-D7AE-4A0E-8B98-2A84D44D5629}" presName="parentLeftMargin" presStyleLbl="node1" presStyleIdx="1" presStyleCnt="3"/>
      <dgm:spPr/>
    </dgm:pt>
    <dgm:pt modelId="{C9886F6E-905E-4198-A2B9-08447858C77E}" type="pres">
      <dgm:prSet presAssocID="{C3F5F503-D7AE-4A0E-8B98-2A84D44D562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B35397B-9AE7-4514-AE32-637C1794EE49}" type="pres">
      <dgm:prSet presAssocID="{C3F5F503-D7AE-4A0E-8B98-2A84D44D5629}" presName="negativeSpace" presStyleCnt="0"/>
      <dgm:spPr/>
    </dgm:pt>
    <dgm:pt modelId="{95E4B63A-5CD4-4888-A42B-B59FF2747264}" type="pres">
      <dgm:prSet presAssocID="{C3F5F503-D7AE-4A0E-8B98-2A84D44D562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594C108-E48C-4436-946B-4249ACC979FF}" srcId="{DD0E83C5-5A4A-46BD-8446-F5B9E1CDC480}" destId="{A190400B-155A-4844-BB26-C82DD0366D66}" srcOrd="0" destOrd="0" parTransId="{C5D1B5F9-F8B8-48DE-B417-FD56021D002C}" sibTransId="{9CE3A67B-57BA-4E0E-ACFE-1A20389AEF66}"/>
    <dgm:cxn modelId="{666CBE28-CD29-426B-8731-BCDC107BD917}" srcId="{DD0E83C5-5A4A-46BD-8446-F5B9E1CDC480}" destId="{3376D4FA-D7F3-4A78-9A8F-AA82994C44B3}" srcOrd="1" destOrd="0" parTransId="{CA25ABC5-D7AF-4C91-A017-23408911C001}" sibTransId="{A7B3246F-E4E5-41D8-863D-591C710E652F}"/>
    <dgm:cxn modelId="{B481206B-058C-4659-AA07-CDB31044F82B}" type="presOf" srcId="{3376D4FA-D7F3-4A78-9A8F-AA82994C44B3}" destId="{95C1FF45-19A0-48E9-A092-8FAEAFFDA730}" srcOrd="1" destOrd="0" presId="urn:microsoft.com/office/officeart/2005/8/layout/list1"/>
    <dgm:cxn modelId="{AB80634B-A706-4F2E-BA63-07EF94EFF7B4}" srcId="{DD0E83C5-5A4A-46BD-8446-F5B9E1CDC480}" destId="{C3F5F503-D7AE-4A0E-8B98-2A84D44D5629}" srcOrd="2" destOrd="0" parTransId="{5C22857B-4B05-446C-B91A-40209B31D32A}" sibTransId="{24C7F29A-6C1C-4225-8A40-B2203A56E325}"/>
    <dgm:cxn modelId="{2420D456-F1E4-4F39-B74C-5A22E3BCB997}" type="presOf" srcId="{BC3E306C-5A8B-4085-8457-D936C3D165F1}" destId="{95E4B63A-5CD4-4888-A42B-B59FF2747264}" srcOrd="0" destOrd="0" presId="urn:microsoft.com/office/officeart/2005/8/layout/list1"/>
    <dgm:cxn modelId="{4F18F576-3283-43AF-9352-E3E4015453F6}" type="presOf" srcId="{95F5D02D-FEB1-4E9E-96C4-D1AF19AB0C03}" destId="{CF9BD7F4-E681-4EF7-8A91-9D64030E017B}" srcOrd="0" destOrd="0" presId="urn:microsoft.com/office/officeart/2005/8/layout/list1"/>
    <dgm:cxn modelId="{2AF1857B-00E2-4795-991F-355893EC37CB}" type="presOf" srcId="{A190400B-155A-4844-BB26-C82DD0366D66}" destId="{CE26AAEB-F723-45A2-B4EF-97937140418E}" srcOrd="0" destOrd="0" presId="urn:microsoft.com/office/officeart/2005/8/layout/list1"/>
    <dgm:cxn modelId="{EED1B97F-BE1D-4E8F-A38F-F9742C8AE089}" type="presOf" srcId="{A190400B-155A-4844-BB26-C82DD0366D66}" destId="{3CDCCBFB-AA4E-46B6-8904-E5E06E99E005}" srcOrd="1" destOrd="0" presId="urn:microsoft.com/office/officeart/2005/8/layout/list1"/>
    <dgm:cxn modelId="{E7B2D189-0938-4EBE-86CF-814DDBC1490C}" type="presOf" srcId="{3376D4FA-D7F3-4A78-9A8F-AA82994C44B3}" destId="{5F3307A0-E9C9-4C89-B915-EE670466A7F0}" srcOrd="0" destOrd="0" presId="urn:microsoft.com/office/officeart/2005/8/layout/list1"/>
    <dgm:cxn modelId="{3A7B8C8C-5A8D-48A9-A9FC-7F14D7AE8C9B}" type="presOf" srcId="{1DBEA422-60CC-4E26-9086-13222FFED8E6}" destId="{38F6B00B-E64B-4E58-A013-A2F94A657CD2}" srcOrd="0" destOrd="0" presId="urn:microsoft.com/office/officeart/2005/8/layout/list1"/>
    <dgm:cxn modelId="{4D919D95-63E4-4D75-99B6-94C19760576D}" type="presOf" srcId="{C3F5F503-D7AE-4A0E-8B98-2A84D44D5629}" destId="{C9886F6E-905E-4198-A2B9-08447858C77E}" srcOrd="1" destOrd="0" presId="urn:microsoft.com/office/officeart/2005/8/layout/list1"/>
    <dgm:cxn modelId="{DF45C29C-145D-4417-8FC2-5D0DB7280A89}" type="presOf" srcId="{C3F5F503-D7AE-4A0E-8B98-2A84D44D5629}" destId="{11590527-F6AE-488D-85BE-C1326C3BEC27}" srcOrd="0" destOrd="0" presId="urn:microsoft.com/office/officeart/2005/8/layout/list1"/>
    <dgm:cxn modelId="{30CEADA6-A6D2-4E46-8CF0-D60A94ABF9AB}" srcId="{A190400B-155A-4844-BB26-C82DD0366D66}" destId="{95F5D02D-FEB1-4E9E-96C4-D1AF19AB0C03}" srcOrd="0" destOrd="0" parTransId="{D7CC5D1A-5249-4E6F-981B-398F384402D6}" sibTransId="{D917AD8C-D716-4A2F-989B-DB1D4483F3FF}"/>
    <dgm:cxn modelId="{6B50FBAF-E994-4AC8-9768-7B3D7ADC7DD2}" srcId="{C3F5F503-D7AE-4A0E-8B98-2A84D44D5629}" destId="{BC3E306C-5A8B-4085-8457-D936C3D165F1}" srcOrd="0" destOrd="0" parTransId="{0F111066-92C6-48C0-A8F4-5886ED00B6AA}" sibTransId="{1344388F-E95B-4482-9037-52D682A6A849}"/>
    <dgm:cxn modelId="{99B27CCC-4DB0-4E8E-8BA0-F59FEEEE96B5}" type="presOf" srcId="{DD0E83C5-5A4A-46BD-8446-F5B9E1CDC480}" destId="{712DE0D5-7096-43AB-BE4C-A950D3474D26}" srcOrd="0" destOrd="0" presId="urn:microsoft.com/office/officeart/2005/8/layout/list1"/>
    <dgm:cxn modelId="{869233DE-F3F9-41AD-A619-8511F6374167}" srcId="{3376D4FA-D7F3-4A78-9A8F-AA82994C44B3}" destId="{1DBEA422-60CC-4E26-9086-13222FFED8E6}" srcOrd="0" destOrd="0" parTransId="{B9BA2A27-BCEF-4395-9AA8-6D34ECC3041B}" sibTransId="{0AA3056B-698C-424A-BB65-C37E55016395}"/>
    <dgm:cxn modelId="{8474EEC4-C1DD-4FE2-B03F-F000D8E73D11}" type="presParOf" srcId="{712DE0D5-7096-43AB-BE4C-A950D3474D26}" destId="{CBA19CB0-C1B0-468E-9604-0111DC814E15}" srcOrd="0" destOrd="0" presId="urn:microsoft.com/office/officeart/2005/8/layout/list1"/>
    <dgm:cxn modelId="{D3E25A7C-2369-4445-B7BB-82C2C84406C0}" type="presParOf" srcId="{CBA19CB0-C1B0-468E-9604-0111DC814E15}" destId="{CE26AAEB-F723-45A2-B4EF-97937140418E}" srcOrd="0" destOrd="0" presId="urn:microsoft.com/office/officeart/2005/8/layout/list1"/>
    <dgm:cxn modelId="{2A9C2993-6D3B-4D31-9736-1459EDBA8175}" type="presParOf" srcId="{CBA19CB0-C1B0-468E-9604-0111DC814E15}" destId="{3CDCCBFB-AA4E-46B6-8904-E5E06E99E005}" srcOrd="1" destOrd="0" presId="urn:microsoft.com/office/officeart/2005/8/layout/list1"/>
    <dgm:cxn modelId="{F334B3F1-6809-4A5A-AA36-B20B843C253D}" type="presParOf" srcId="{712DE0D5-7096-43AB-BE4C-A950D3474D26}" destId="{4D4DF8A4-66DD-40AE-BF23-79E7A1C8B39D}" srcOrd="1" destOrd="0" presId="urn:microsoft.com/office/officeart/2005/8/layout/list1"/>
    <dgm:cxn modelId="{29662363-FB09-4B79-88BB-A1F56A4599D2}" type="presParOf" srcId="{712DE0D5-7096-43AB-BE4C-A950D3474D26}" destId="{CF9BD7F4-E681-4EF7-8A91-9D64030E017B}" srcOrd="2" destOrd="0" presId="urn:microsoft.com/office/officeart/2005/8/layout/list1"/>
    <dgm:cxn modelId="{9257EC61-9E81-43BF-9BD2-2C9182F35838}" type="presParOf" srcId="{712DE0D5-7096-43AB-BE4C-A950D3474D26}" destId="{3DFF80CB-DBA0-4454-9C5D-274F0591FF0B}" srcOrd="3" destOrd="0" presId="urn:microsoft.com/office/officeart/2005/8/layout/list1"/>
    <dgm:cxn modelId="{959B12D5-CC49-45BC-A340-DA0641BF8CCE}" type="presParOf" srcId="{712DE0D5-7096-43AB-BE4C-A950D3474D26}" destId="{E741B015-40EB-42F0-A141-5B7CA123B252}" srcOrd="4" destOrd="0" presId="urn:microsoft.com/office/officeart/2005/8/layout/list1"/>
    <dgm:cxn modelId="{7C100343-99D5-44B5-980B-919FEE0D77D6}" type="presParOf" srcId="{E741B015-40EB-42F0-A141-5B7CA123B252}" destId="{5F3307A0-E9C9-4C89-B915-EE670466A7F0}" srcOrd="0" destOrd="0" presId="urn:microsoft.com/office/officeart/2005/8/layout/list1"/>
    <dgm:cxn modelId="{2D2ABBD0-706D-4A08-B9AF-8A0981EB090C}" type="presParOf" srcId="{E741B015-40EB-42F0-A141-5B7CA123B252}" destId="{95C1FF45-19A0-48E9-A092-8FAEAFFDA730}" srcOrd="1" destOrd="0" presId="urn:microsoft.com/office/officeart/2005/8/layout/list1"/>
    <dgm:cxn modelId="{1726ECC3-7811-4848-A1D7-C1F1A5208F4E}" type="presParOf" srcId="{712DE0D5-7096-43AB-BE4C-A950D3474D26}" destId="{372BC31B-7E74-4EFF-B42B-71F036F24BBC}" srcOrd="5" destOrd="0" presId="urn:microsoft.com/office/officeart/2005/8/layout/list1"/>
    <dgm:cxn modelId="{24E5AC0C-3ADD-4CE8-93B4-F8BA2563B545}" type="presParOf" srcId="{712DE0D5-7096-43AB-BE4C-A950D3474D26}" destId="{38F6B00B-E64B-4E58-A013-A2F94A657CD2}" srcOrd="6" destOrd="0" presId="urn:microsoft.com/office/officeart/2005/8/layout/list1"/>
    <dgm:cxn modelId="{4523E09F-CB0F-47F8-BD71-9D4B999F8226}" type="presParOf" srcId="{712DE0D5-7096-43AB-BE4C-A950D3474D26}" destId="{E17569E1-8370-4189-9EE6-CA8694D18612}" srcOrd="7" destOrd="0" presId="urn:microsoft.com/office/officeart/2005/8/layout/list1"/>
    <dgm:cxn modelId="{5BECC1F1-BA2E-477E-9234-4D5EA4237DE0}" type="presParOf" srcId="{712DE0D5-7096-43AB-BE4C-A950D3474D26}" destId="{E626A91B-F5AF-4D26-A574-CB4CF9E349D4}" srcOrd="8" destOrd="0" presId="urn:microsoft.com/office/officeart/2005/8/layout/list1"/>
    <dgm:cxn modelId="{DD1ACE2A-0A71-465F-B206-90BCD1F9E346}" type="presParOf" srcId="{E626A91B-F5AF-4D26-A574-CB4CF9E349D4}" destId="{11590527-F6AE-488D-85BE-C1326C3BEC27}" srcOrd="0" destOrd="0" presId="urn:microsoft.com/office/officeart/2005/8/layout/list1"/>
    <dgm:cxn modelId="{70E445EA-E0A0-4A53-BC01-EA725BBC420D}" type="presParOf" srcId="{E626A91B-F5AF-4D26-A574-CB4CF9E349D4}" destId="{C9886F6E-905E-4198-A2B9-08447858C77E}" srcOrd="1" destOrd="0" presId="urn:microsoft.com/office/officeart/2005/8/layout/list1"/>
    <dgm:cxn modelId="{D233D8AB-275C-41EF-8889-D21D06FF663B}" type="presParOf" srcId="{712DE0D5-7096-43AB-BE4C-A950D3474D26}" destId="{5B35397B-9AE7-4514-AE32-637C1794EE49}" srcOrd="9" destOrd="0" presId="urn:microsoft.com/office/officeart/2005/8/layout/list1"/>
    <dgm:cxn modelId="{F0A781E5-BDD7-41F3-8689-28606C8E57A8}" type="presParOf" srcId="{712DE0D5-7096-43AB-BE4C-A950D3474D26}" destId="{95E4B63A-5CD4-4888-A42B-B59FF274726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8B2D5D2-C7EC-4D9B-BEBF-C61AC82DAF8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7E0F1E4-ED9B-4F91-ACA5-AA3E99FB9A65}">
      <dgm:prSet/>
      <dgm:spPr/>
      <dgm:t>
        <a:bodyPr/>
        <a:lstStyle/>
        <a:p>
          <a:r>
            <a:rPr 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1.Identificar as operações do sistema.</a:t>
          </a:r>
        </a:p>
      </dgm:t>
    </dgm:pt>
    <dgm:pt modelId="{0D75CDED-60CA-4359-94E5-F3892069E9BB}" type="parTrans" cxnId="{3C695210-5BAC-433B-B882-75E7664880E8}">
      <dgm:prSet/>
      <dgm:spPr/>
      <dgm:t>
        <a:bodyPr/>
        <a:lstStyle/>
        <a:p>
          <a:endParaRPr lang="pt-BR"/>
        </a:p>
      </dgm:t>
    </dgm:pt>
    <dgm:pt modelId="{5E0389FA-0D7A-46F9-B748-1EBF8356B69B}" type="sibTrans" cxnId="{3C695210-5BAC-433B-B882-75E7664880E8}">
      <dgm:prSet/>
      <dgm:spPr/>
      <dgm:t>
        <a:bodyPr/>
        <a:lstStyle/>
        <a:p>
          <a:endParaRPr lang="pt-BR"/>
        </a:p>
      </dgm:t>
    </dgm:pt>
    <dgm:pt modelId="{2E7F36B7-439A-425A-A154-968E58C7F734}">
      <dgm:prSet phldrT="[Texto]" custT="1"/>
      <dgm:spPr/>
      <dgm:t>
        <a:bodyPr/>
        <a:lstStyle/>
        <a:p>
          <a:r>
            <a:rPr lang="pt-BR" sz="1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O que a aplicação irá processar?</a:t>
          </a:r>
        </a:p>
      </dgm:t>
    </dgm:pt>
    <dgm:pt modelId="{ED40B754-BCCA-4298-8474-25BDBB5F0208}" type="parTrans" cxnId="{D1AFD538-E786-432E-9C8B-C7F9C8022C6C}">
      <dgm:prSet/>
      <dgm:spPr/>
      <dgm:t>
        <a:bodyPr/>
        <a:lstStyle/>
        <a:p>
          <a:endParaRPr lang="pt-BR"/>
        </a:p>
      </dgm:t>
    </dgm:pt>
    <dgm:pt modelId="{E5793B1C-8AC6-4559-8C11-C50DFA107AC2}" type="sibTrans" cxnId="{D1AFD538-E786-432E-9C8B-C7F9C8022C6C}">
      <dgm:prSet/>
      <dgm:spPr/>
      <dgm:t>
        <a:bodyPr/>
        <a:lstStyle/>
        <a:p>
          <a:endParaRPr lang="pt-BR"/>
        </a:p>
      </dgm:t>
    </dgm:pt>
    <dgm:pt modelId="{6ED5DA35-9995-4BFC-B541-3B100B917DBA}">
      <dgm:prSet phldrT="[Texto]" custT="1"/>
      <dgm:spPr/>
      <dgm:t>
        <a:bodyPr/>
        <a:lstStyle/>
        <a:p>
          <a:r>
            <a:rPr lang="pt-BR" sz="2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2. Identificar os Serviços</a:t>
          </a:r>
        </a:p>
      </dgm:t>
    </dgm:pt>
    <dgm:pt modelId="{BF37C792-F72D-4A9D-9038-BD9465732EF5}" type="parTrans" cxnId="{BF2CB266-82A5-47DA-B3E5-EA3CB118EDF7}">
      <dgm:prSet/>
      <dgm:spPr/>
      <dgm:t>
        <a:bodyPr/>
        <a:lstStyle/>
        <a:p>
          <a:endParaRPr lang="pt-BR"/>
        </a:p>
      </dgm:t>
    </dgm:pt>
    <dgm:pt modelId="{1C859F7C-0470-47DB-95C3-F0C4FA6DCCA3}" type="sibTrans" cxnId="{BF2CB266-82A5-47DA-B3E5-EA3CB118EDF7}">
      <dgm:prSet/>
      <dgm:spPr/>
      <dgm:t>
        <a:bodyPr/>
        <a:lstStyle/>
        <a:p>
          <a:endParaRPr lang="pt-BR"/>
        </a:p>
      </dgm:t>
    </dgm:pt>
    <dgm:pt modelId="{83F62A4F-4694-4CB2-814F-1A1F5A18F008}">
      <dgm:prSet phldrT="[Texto]" custT="1"/>
      <dgm:spPr/>
      <dgm:t>
        <a:bodyPr/>
        <a:lstStyle/>
        <a:p>
          <a:r>
            <a:rPr lang="pt-BR" sz="24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Entrega de agrupamentos em conceitos de negócios.</a:t>
          </a:r>
        </a:p>
      </dgm:t>
    </dgm:pt>
    <dgm:pt modelId="{2A8B5873-B593-41FA-8B0D-A698BDF8CD02}" type="parTrans" cxnId="{B686E3EA-75F5-4E06-AC88-D86675F5F4BA}">
      <dgm:prSet/>
      <dgm:spPr/>
      <dgm:t>
        <a:bodyPr/>
        <a:lstStyle/>
        <a:p>
          <a:endParaRPr lang="pt-BR"/>
        </a:p>
      </dgm:t>
    </dgm:pt>
    <dgm:pt modelId="{098B83D9-78A8-4A69-85EE-DDA0FCA26E6D}" type="sibTrans" cxnId="{B686E3EA-75F5-4E06-AC88-D86675F5F4BA}">
      <dgm:prSet/>
      <dgm:spPr/>
      <dgm:t>
        <a:bodyPr/>
        <a:lstStyle/>
        <a:p>
          <a:endParaRPr lang="pt-BR"/>
        </a:p>
      </dgm:t>
    </dgm:pt>
    <dgm:pt modelId="{C4C6C358-84DC-46AD-A1FA-BBC508627554}">
      <dgm:prSet phldrT="[Texto]" custT="1"/>
      <dgm:spPr/>
      <dgm:t>
        <a:bodyPr/>
        <a:lstStyle/>
        <a:p>
          <a:r>
            <a:rPr lang="pt-BR" sz="18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Essas Operações se transformam em algum cenário arquitetural.</a:t>
          </a:r>
        </a:p>
      </dgm:t>
    </dgm:pt>
    <dgm:pt modelId="{2E5B3CD5-C558-43CC-9660-CD0932701A21}" type="parTrans" cxnId="{2D02B2AD-891B-4438-A19C-C98B48F3F236}">
      <dgm:prSet/>
      <dgm:spPr/>
      <dgm:t>
        <a:bodyPr/>
        <a:lstStyle/>
        <a:p>
          <a:endParaRPr lang="pt-BR"/>
        </a:p>
      </dgm:t>
    </dgm:pt>
    <dgm:pt modelId="{EFF6CB65-25AF-4BE5-B143-868A623DA8F7}" type="sibTrans" cxnId="{2D02B2AD-891B-4438-A19C-C98B48F3F236}">
      <dgm:prSet/>
      <dgm:spPr/>
      <dgm:t>
        <a:bodyPr/>
        <a:lstStyle/>
        <a:p>
          <a:endParaRPr lang="pt-BR"/>
        </a:p>
      </dgm:t>
    </dgm:pt>
    <dgm:pt modelId="{8DFEC1F3-BB78-41C5-BA57-80EE73ABC187}">
      <dgm:prSet phldrT="[Texto]" custT="1"/>
      <dgm:spPr/>
      <dgm:t>
        <a:bodyPr/>
        <a:lstStyle/>
        <a:p>
          <a:r>
            <a:rPr lang="pt-BR" sz="20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Todas as operações devem ser convertidas em APIS dentro do serviço.</a:t>
          </a:r>
        </a:p>
      </dgm:t>
    </dgm:pt>
    <dgm:pt modelId="{F7987451-5B50-4AFD-B5AF-9F65E573B91D}" type="parTrans" cxnId="{0D027DD1-6CC6-401C-B32E-3AD4CC97592C}">
      <dgm:prSet/>
      <dgm:spPr/>
      <dgm:t>
        <a:bodyPr/>
        <a:lstStyle/>
        <a:p>
          <a:endParaRPr lang="pt-BR"/>
        </a:p>
      </dgm:t>
    </dgm:pt>
    <dgm:pt modelId="{AA91AE01-9F3C-4F23-831C-A296C4484564}" type="sibTrans" cxnId="{0D027DD1-6CC6-401C-B32E-3AD4CC97592C}">
      <dgm:prSet/>
      <dgm:spPr/>
      <dgm:t>
        <a:bodyPr/>
        <a:lstStyle/>
        <a:p>
          <a:endParaRPr lang="pt-BR"/>
        </a:p>
      </dgm:t>
    </dgm:pt>
    <dgm:pt modelId="{75F725AA-8733-43E7-8F8F-7C15BD4995EF}">
      <dgm:prSet phldrT="[Texto]" custT="1"/>
      <dgm:spPr/>
      <dgm:t>
        <a:bodyPr/>
        <a:lstStyle/>
        <a:p>
          <a:r>
            <a:rPr lang="pt-BR" sz="36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3. Definir APIS e colaboração.</a:t>
          </a:r>
        </a:p>
      </dgm:t>
    </dgm:pt>
    <dgm:pt modelId="{D1D436E2-69CD-4D92-B0E0-D2C7DB4B0D21}" type="parTrans" cxnId="{C291D02E-9F40-49F9-9919-D18FECA48CE1}">
      <dgm:prSet/>
      <dgm:spPr/>
      <dgm:t>
        <a:bodyPr/>
        <a:lstStyle/>
        <a:p>
          <a:endParaRPr lang="pt-BR"/>
        </a:p>
      </dgm:t>
    </dgm:pt>
    <dgm:pt modelId="{78B8C727-8405-4E56-8C57-CD6767F5A396}" type="sibTrans" cxnId="{C291D02E-9F40-49F9-9919-D18FECA48CE1}">
      <dgm:prSet/>
      <dgm:spPr/>
      <dgm:t>
        <a:bodyPr/>
        <a:lstStyle/>
        <a:p>
          <a:endParaRPr lang="pt-BR"/>
        </a:p>
      </dgm:t>
    </dgm:pt>
    <dgm:pt modelId="{FC19F814-6DA2-4445-BFD7-19E14D860D34}" type="pres">
      <dgm:prSet presAssocID="{88B2D5D2-C7EC-4D9B-BEBF-C61AC82DAF89}" presName="linear" presStyleCnt="0">
        <dgm:presLayoutVars>
          <dgm:animLvl val="lvl"/>
          <dgm:resizeHandles val="exact"/>
        </dgm:presLayoutVars>
      </dgm:prSet>
      <dgm:spPr/>
    </dgm:pt>
    <dgm:pt modelId="{9281896B-C886-4BAC-A9C4-44E379352634}" type="pres">
      <dgm:prSet presAssocID="{B7E0F1E4-ED9B-4F91-ACA5-AA3E99FB9A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A776EA-CB62-4283-BA83-6D6290ABCA90}" type="pres">
      <dgm:prSet presAssocID="{B7E0F1E4-ED9B-4F91-ACA5-AA3E99FB9A65}" presName="childText" presStyleLbl="revTx" presStyleIdx="0" presStyleCnt="3">
        <dgm:presLayoutVars>
          <dgm:bulletEnabled val="1"/>
        </dgm:presLayoutVars>
      </dgm:prSet>
      <dgm:spPr/>
    </dgm:pt>
    <dgm:pt modelId="{E5331BF7-72DE-4767-B0AA-7B6CBC37120C}" type="pres">
      <dgm:prSet presAssocID="{6ED5DA35-9995-4BFC-B541-3B100B917D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043DE5-F5F6-451E-8928-107E30F8F59F}" type="pres">
      <dgm:prSet presAssocID="{6ED5DA35-9995-4BFC-B541-3B100B917DBA}" presName="childText" presStyleLbl="revTx" presStyleIdx="1" presStyleCnt="3">
        <dgm:presLayoutVars>
          <dgm:bulletEnabled val="1"/>
        </dgm:presLayoutVars>
      </dgm:prSet>
      <dgm:spPr/>
    </dgm:pt>
    <dgm:pt modelId="{6F960644-0A2E-43E9-AB7F-DE7DEE40754C}" type="pres">
      <dgm:prSet presAssocID="{75F725AA-8733-43E7-8F8F-7C15BD4995E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B56D98-95CD-4D7D-9711-2DC1CA731483}" type="pres">
      <dgm:prSet presAssocID="{75F725AA-8733-43E7-8F8F-7C15BD4995E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03CE201-47EB-40FE-B93E-79BBC68E4045}" type="presOf" srcId="{88B2D5D2-C7EC-4D9B-BEBF-C61AC82DAF89}" destId="{FC19F814-6DA2-4445-BFD7-19E14D860D34}" srcOrd="0" destOrd="0" presId="urn:microsoft.com/office/officeart/2005/8/layout/vList2"/>
    <dgm:cxn modelId="{3C695210-5BAC-433B-B882-75E7664880E8}" srcId="{88B2D5D2-C7EC-4D9B-BEBF-C61AC82DAF89}" destId="{B7E0F1E4-ED9B-4F91-ACA5-AA3E99FB9A65}" srcOrd="0" destOrd="0" parTransId="{0D75CDED-60CA-4359-94E5-F3892069E9BB}" sibTransId="{5E0389FA-0D7A-46F9-B748-1EBF8356B69B}"/>
    <dgm:cxn modelId="{261AD116-30BA-4E05-ADBB-9EA0AC40D291}" type="presOf" srcId="{C4C6C358-84DC-46AD-A1FA-BBC508627554}" destId="{62A776EA-CB62-4283-BA83-6D6290ABCA90}" srcOrd="0" destOrd="1" presId="urn:microsoft.com/office/officeart/2005/8/layout/vList2"/>
    <dgm:cxn modelId="{C291D02E-9F40-49F9-9919-D18FECA48CE1}" srcId="{88B2D5D2-C7EC-4D9B-BEBF-C61AC82DAF89}" destId="{75F725AA-8733-43E7-8F8F-7C15BD4995EF}" srcOrd="2" destOrd="0" parTransId="{D1D436E2-69CD-4D92-B0E0-D2C7DB4B0D21}" sibTransId="{78B8C727-8405-4E56-8C57-CD6767F5A396}"/>
    <dgm:cxn modelId="{D1AFD538-E786-432E-9C8B-C7F9C8022C6C}" srcId="{B7E0F1E4-ED9B-4F91-ACA5-AA3E99FB9A65}" destId="{2E7F36B7-439A-425A-A154-968E58C7F734}" srcOrd="0" destOrd="0" parTransId="{ED40B754-BCCA-4298-8474-25BDBB5F0208}" sibTransId="{E5793B1C-8AC6-4559-8C11-C50DFA107AC2}"/>
    <dgm:cxn modelId="{A2E3DE41-5FEA-4B73-AE42-7D8A741DDE50}" type="presOf" srcId="{B7E0F1E4-ED9B-4F91-ACA5-AA3E99FB9A65}" destId="{9281896B-C886-4BAC-A9C4-44E379352634}" srcOrd="0" destOrd="0" presId="urn:microsoft.com/office/officeart/2005/8/layout/vList2"/>
    <dgm:cxn modelId="{BF2CB266-82A5-47DA-B3E5-EA3CB118EDF7}" srcId="{88B2D5D2-C7EC-4D9B-BEBF-C61AC82DAF89}" destId="{6ED5DA35-9995-4BFC-B541-3B100B917DBA}" srcOrd="1" destOrd="0" parTransId="{BF37C792-F72D-4A9D-9038-BD9465732EF5}" sibTransId="{1C859F7C-0470-47DB-95C3-F0C4FA6DCCA3}"/>
    <dgm:cxn modelId="{D3D1A694-AE55-4FF9-AF35-942E70EB9548}" type="presOf" srcId="{6ED5DA35-9995-4BFC-B541-3B100B917DBA}" destId="{E5331BF7-72DE-4767-B0AA-7B6CBC37120C}" srcOrd="0" destOrd="0" presId="urn:microsoft.com/office/officeart/2005/8/layout/vList2"/>
    <dgm:cxn modelId="{81FC8F99-6D91-4D9B-AAE9-3B2A31B544AC}" type="presOf" srcId="{83F62A4F-4694-4CB2-814F-1A1F5A18F008}" destId="{32043DE5-F5F6-451E-8928-107E30F8F59F}" srcOrd="0" destOrd="0" presId="urn:microsoft.com/office/officeart/2005/8/layout/vList2"/>
    <dgm:cxn modelId="{2D02B2AD-891B-4438-A19C-C98B48F3F236}" srcId="{B7E0F1E4-ED9B-4F91-ACA5-AA3E99FB9A65}" destId="{C4C6C358-84DC-46AD-A1FA-BBC508627554}" srcOrd="1" destOrd="0" parTransId="{2E5B3CD5-C558-43CC-9660-CD0932701A21}" sibTransId="{EFF6CB65-25AF-4BE5-B143-868A623DA8F7}"/>
    <dgm:cxn modelId="{12CF7EBC-B36F-4FA1-8CFC-CFFA8014C9AA}" type="presOf" srcId="{75F725AA-8733-43E7-8F8F-7C15BD4995EF}" destId="{6F960644-0A2E-43E9-AB7F-DE7DEE40754C}" srcOrd="0" destOrd="0" presId="urn:microsoft.com/office/officeart/2005/8/layout/vList2"/>
    <dgm:cxn modelId="{304588C1-B8E5-48F7-B472-0C5565C4A701}" type="presOf" srcId="{2E7F36B7-439A-425A-A154-968E58C7F734}" destId="{62A776EA-CB62-4283-BA83-6D6290ABCA90}" srcOrd="0" destOrd="0" presId="urn:microsoft.com/office/officeart/2005/8/layout/vList2"/>
    <dgm:cxn modelId="{0D027DD1-6CC6-401C-B32E-3AD4CC97592C}" srcId="{75F725AA-8733-43E7-8F8F-7C15BD4995EF}" destId="{8DFEC1F3-BB78-41C5-BA57-80EE73ABC187}" srcOrd="0" destOrd="0" parTransId="{F7987451-5B50-4AFD-B5AF-9F65E573B91D}" sibTransId="{AA91AE01-9F3C-4F23-831C-A296C4484564}"/>
    <dgm:cxn modelId="{B96162DF-C548-43FB-9058-F7299A921707}" type="presOf" srcId="{8DFEC1F3-BB78-41C5-BA57-80EE73ABC187}" destId="{9CB56D98-95CD-4D7D-9711-2DC1CA731483}" srcOrd="0" destOrd="0" presId="urn:microsoft.com/office/officeart/2005/8/layout/vList2"/>
    <dgm:cxn modelId="{B686E3EA-75F5-4E06-AC88-D86675F5F4BA}" srcId="{6ED5DA35-9995-4BFC-B541-3B100B917DBA}" destId="{83F62A4F-4694-4CB2-814F-1A1F5A18F008}" srcOrd="0" destOrd="0" parTransId="{2A8B5873-B593-41FA-8B0D-A698BDF8CD02}" sibTransId="{098B83D9-78A8-4A69-85EE-DDA0FCA26E6D}"/>
    <dgm:cxn modelId="{48E1BD44-4FB0-4E5B-BFF8-7309E6433E5B}" type="presParOf" srcId="{FC19F814-6DA2-4445-BFD7-19E14D860D34}" destId="{9281896B-C886-4BAC-A9C4-44E379352634}" srcOrd="0" destOrd="0" presId="urn:microsoft.com/office/officeart/2005/8/layout/vList2"/>
    <dgm:cxn modelId="{9544CF47-C058-46C2-AECD-8B0DA19986BE}" type="presParOf" srcId="{FC19F814-6DA2-4445-BFD7-19E14D860D34}" destId="{62A776EA-CB62-4283-BA83-6D6290ABCA90}" srcOrd="1" destOrd="0" presId="urn:microsoft.com/office/officeart/2005/8/layout/vList2"/>
    <dgm:cxn modelId="{B53FEE65-0B28-441D-B98D-88838795449E}" type="presParOf" srcId="{FC19F814-6DA2-4445-BFD7-19E14D860D34}" destId="{E5331BF7-72DE-4767-B0AA-7B6CBC37120C}" srcOrd="2" destOrd="0" presId="urn:microsoft.com/office/officeart/2005/8/layout/vList2"/>
    <dgm:cxn modelId="{4B4A7161-3D9B-4D37-AC5B-BDA6938B545D}" type="presParOf" srcId="{FC19F814-6DA2-4445-BFD7-19E14D860D34}" destId="{32043DE5-F5F6-451E-8928-107E30F8F59F}" srcOrd="3" destOrd="0" presId="urn:microsoft.com/office/officeart/2005/8/layout/vList2"/>
    <dgm:cxn modelId="{0EE7B0D6-C59C-4CB5-AEBF-9B10B4BC2856}" type="presParOf" srcId="{FC19F814-6DA2-4445-BFD7-19E14D860D34}" destId="{6F960644-0A2E-43E9-AB7F-DE7DEE40754C}" srcOrd="4" destOrd="0" presId="urn:microsoft.com/office/officeart/2005/8/layout/vList2"/>
    <dgm:cxn modelId="{29760CAA-D53E-48C0-8D8C-635F545E6DF2}" type="presParOf" srcId="{FC19F814-6DA2-4445-BFD7-19E14D860D34}" destId="{9CB56D98-95CD-4D7D-9711-2DC1CA73148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E1B70A-44ED-47DA-A918-101405B24381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C0286125-B619-4C24-A88F-C30AAB290581}">
      <dgm:prSet phldrT="[Texto]"/>
      <dgm:spPr/>
      <dgm:t>
        <a:bodyPr/>
        <a:lstStyle/>
        <a:p>
          <a:r>
            <a:rPr lang="pt-BR" dirty="0"/>
            <a:t>AMPQ</a:t>
          </a:r>
        </a:p>
      </dgm:t>
    </dgm:pt>
    <dgm:pt modelId="{8E80F160-11E3-474F-8081-F5468F871403}" type="parTrans" cxnId="{A0FE5B83-6011-4E51-8702-CF73D7C415CA}">
      <dgm:prSet/>
      <dgm:spPr/>
      <dgm:t>
        <a:bodyPr/>
        <a:lstStyle/>
        <a:p>
          <a:endParaRPr lang="pt-BR"/>
        </a:p>
      </dgm:t>
    </dgm:pt>
    <dgm:pt modelId="{59936BB7-2402-4356-8CCE-73F8DF85873C}" type="sibTrans" cxnId="{A0FE5B83-6011-4E51-8702-CF73D7C415CA}">
      <dgm:prSet/>
      <dgm:spPr/>
      <dgm:t>
        <a:bodyPr/>
        <a:lstStyle/>
        <a:p>
          <a:r>
            <a:rPr lang="pt-BR" dirty="0"/>
            <a:t>Kafka	</a:t>
          </a:r>
        </a:p>
      </dgm:t>
    </dgm:pt>
    <dgm:pt modelId="{EF796BFA-74CC-43FC-BD63-ABCE750B281A}">
      <dgm:prSet phldrT="[Texto]"/>
      <dgm:spPr/>
      <dgm:t>
        <a:bodyPr/>
        <a:lstStyle/>
        <a:p>
          <a:r>
            <a:rPr lang="pt-BR" dirty="0"/>
            <a:t>Rabbit MQ</a:t>
          </a:r>
        </a:p>
      </dgm:t>
    </dgm:pt>
    <dgm:pt modelId="{D1F31D60-13E8-4706-BCC0-9CD357E70A2E}" type="sibTrans" cxnId="{D8E190C8-0F19-4FB4-9020-E752544161A8}">
      <dgm:prSet/>
      <dgm:spPr/>
      <dgm:t>
        <a:bodyPr/>
        <a:lstStyle/>
        <a:p>
          <a:r>
            <a:rPr lang="pt-BR" dirty="0"/>
            <a:t>STOMP</a:t>
          </a:r>
        </a:p>
      </dgm:t>
    </dgm:pt>
    <dgm:pt modelId="{42CED4F7-C6B5-4432-AC4E-8D337A7954F7}" type="parTrans" cxnId="{D8E190C8-0F19-4FB4-9020-E752544161A8}">
      <dgm:prSet/>
      <dgm:spPr/>
      <dgm:t>
        <a:bodyPr/>
        <a:lstStyle/>
        <a:p>
          <a:endParaRPr lang="pt-BR"/>
        </a:p>
      </dgm:t>
    </dgm:pt>
    <dgm:pt modelId="{7F19D5EE-8FCF-4D0E-8E16-DCBAAEBD81F9}" type="pres">
      <dgm:prSet presAssocID="{92E1B70A-44ED-47DA-A918-101405B24381}" presName="Name0" presStyleCnt="0">
        <dgm:presLayoutVars>
          <dgm:chMax/>
          <dgm:chPref/>
          <dgm:dir/>
          <dgm:animLvl val="lvl"/>
        </dgm:presLayoutVars>
      </dgm:prSet>
      <dgm:spPr/>
    </dgm:pt>
    <dgm:pt modelId="{43479830-F98D-41CB-9C75-1005FB82843C}" type="pres">
      <dgm:prSet presAssocID="{C0286125-B619-4C24-A88F-C30AAB290581}" presName="composite" presStyleCnt="0"/>
      <dgm:spPr/>
    </dgm:pt>
    <dgm:pt modelId="{E83F8C1E-86A4-4AC0-8601-877947C43707}" type="pres">
      <dgm:prSet presAssocID="{C0286125-B619-4C24-A88F-C30AAB290581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46273CDC-183C-4F9C-BCD1-EE38CC4A2CCD}" type="pres">
      <dgm:prSet presAssocID="{C0286125-B619-4C24-A88F-C30AAB290581}" presName="Childtext1" presStyleLbl="revTx" presStyleIdx="0" presStyleCnt="2" custScaleX="80527" custScaleY="83566">
        <dgm:presLayoutVars>
          <dgm:chMax val="0"/>
          <dgm:chPref val="0"/>
          <dgm:bulletEnabled val="1"/>
        </dgm:presLayoutVars>
      </dgm:prSet>
      <dgm:spPr/>
    </dgm:pt>
    <dgm:pt modelId="{13EA0CEF-1D83-4882-860F-B5D203FE526C}" type="pres">
      <dgm:prSet presAssocID="{C0286125-B619-4C24-A88F-C30AAB290581}" presName="BalanceSpacing" presStyleCnt="0"/>
      <dgm:spPr/>
    </dgm:pt>
    <dgm:pt modelId="{C024E30C-1F29-4BCF-8E29-171F136CE250}" type="pres">
      <dgm:prSet presAssocID="{C0286125-B619-4C24-A88F-C30AAB290581}" presName="BalanceSpacing1" presStyleCnt="0"/>
      <dgm:spPr/>
    </dgm:pt>
    <dgm:pt modelId="{50C18EF1-2B25-439F-B080-45BC02E95398}" type="pres">
      <dgm:prSet presAssocID="{59936BB7-2402-4356-8CCE-73F8DF85873C}" presName="Accent1Text" presStyleLbl="node1" presStyleIdx="1" presStyleCnt="4" custLinFactNeighborX="2203" custLinFactNeighborY="1437"/>
      <dgm:spPr/>
    </dgm:pt>
    <dgm:pt modelId="{BAA1F019-6998-4A14-B6AB-AD8C9F38FF79}" type="pres">
      <dgm:prSet presAssocID="{59936BB7-2402-4356-8CCE-73F8DF85873C}" presName="spaceBetweenRectangles" presStyleCnt="0"/>
      <dgm:spPr/>
    </dgm:pt>
    <dgm:pt modelId="{0A812320-84A5-4A23-901E-E50AAF85D1C2}" type="pres">
      <dgm:prSet presAssocID="{EF796BFA-74CC-43FC-BD63-ABCE750B281A}" presName="composite" presStyleCnt="0"/>
      <dgm:spPr/>
    </dgm:pt>
    <dgm:pt modelId="{E662BB72-2917-4FA8-A3D2-2E30F60C0A48}" type="pres">
      <dgm:prSet presAssocID="{EF796BFA-74CC-43FC-BD63-ABCE750B281A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37D28ADB-2D67-43D7-87D3-CF5764CD3D2D}" type="pres">
      <dgm:prSet presAssocID="{EF796BFA-74CC-43FC-BD63-ABCE750B281A}" presName="Childtext1" presStyleLbl="revTx" presStyleIdx="1" presStyleCnt="2" custScaleX="54052" custScaleY="69394">
        <dgm:presLayoutVars>
          <dgm:chMax val="0"/>
          <dgm:chPref val="0"/>
          <dgm:bulletEnabled val="1"/>
        </dgm:presLayoutVars>
      </dgm:prSet>
      <dgm:spPr/>
    </dgm:pt>
    <dgm:pt modelId="{F42A61B3-144C-4A8C-BAEB-06C04E4232C8}" type="pres">
      <dgm:prSet presAssocID="{EF796BFA-74CC-43FC-BD63-ABCE750B281A}" presName="BalanceSpacing" presStyleCnt="0"/>
      <dgm:spPr/>
    </dgm:pt>
    <dgm:pt modelId="{0ED509AE-46FC-4DA3-A57F-35220530A158}" type="pres">
      <dgm:prSet presAssocID="{EF796BFA-74CC-43FC-BD63-ABCE750B281A}" presName="BalanceSpacing1" presStyleCnt="0"/>
      <dgm:spPr/>
    </dgm:pt>
    <dgm:pt modelId="{0EA7F0C0-09A1-443D-AE37-882A34959FBC}" type="pres">
      <dgm:prSet presAssocID="{D1F31D60-13E8-4706-BCC0-9CD357E70A2E}" presName="Accent1Text" presStyleLbl="node1" presStyleIdx="3" presStyleCnt="4"/>
      <dgm:spPr/>
    </dgm:pt>
  </dgm:ptLst>
  <dgm:cxnLst>
    <dgm:cxn modelId="{8A8A7804-9A7D-44DD-A047-EA8C969A1C36}" type="presOf" srcId="{D1F31D60-13E8-4706-BCC0-9CD357E70A2E}" destId="{0EA7F0C0-09A1-443D-AE37-882A34959FBC}" srcOrd="0" destOrd="0" presId="urn:microsoft.com/office/officeart/2008/layout/AlternatingHexagons"/>
    <dgm:cxn modelId="{27F0581D-AE9D-4ECF-A7D6-0A3AB2B0647F}" type="presOf" srcId="{92E1B70A-44ED-47DA-A918-101405B24381}" destId="{7F19D5EE-8FCF-4D0E-8E16-DCBAAEBD81F9}" srcOrd="0" destOrd="0" presId="urn:microsoft.com/office/officeart/2008/layout/AlternatingHexagons"/>
    <dgm:cxn modelId="{2917CE21-126C-4D6C-969C-191854D20D48}" type="presOf" srcId="{EF796BFA-74CC-43FC-BD63-ABCE750B281A}" destId="{E662BB72-2917-4FA8-A3D2-2E30F60C0A48}" srcOrd="0" destOrd="0" presId="urn:microsoft.com/office/officeart/2008/layout/AlternatingHexagons"/>
    <dgm:cxn modelId="{2A7F837F-42BF-42C6-A891-421095F433F7}" type="presOf" srcId="{59936BB7-2402-4356-8CCE-73F8DF85873C}" destId="{50C18EF1-2B25-439F-B080-45BC02E95398}" srcOrd="0" destOrd="0" presId="urn:microsoft.com/office/officeart/2008/layout/AlternatingHexagons"/>
    <dgm:cxn modelId="{A0FE5B83-6011-4E51-8702-CF73D7C415CA}" srcId="{92E1B70A-44ED-47DA-A918-101405B24381}" destId="{C0286125-B619-4C24-A88F-C30AAB290581}" srcOrd="0" destOrd="0" parTransId="{8E80F160-11E3-474F-8081-F5468F871403}" sibTransId="{59936BB7-2402-4356-8CCE-73F8DF85873C}"/>
    <dgm:cxn modelId="{D8E190C8-0F19-4FB4-9020-E752544161A8}" srcId="{92E1B70A-44ED-47DA-A918-101405B24381}" destId="{EF796BFA-74CC-43FC-BD63-ABCE750B281A}" srcOrd="1" destOrd="0" parTransId="{42CED4F7-C6B5-4432-AC4E-8D337A7954F7}" sibTransId="{D1F31D60-13E8-4706-BCC0-9CD357E70A2E}"/>
    <dgm:cxn modelId="{D1D7FFCD-82CF-4BD8-A058-804C3E721CE4}" type="presOf" srcId="{C0286125-B619-4C24-A88F-C30AAB290581}" destId="{E83F8C1E-86A4-4AC0-8601-877947C43707}" srcOrd="0" destOrd="0" presId="urn:microsoft.com/office/officeart/2008/layout/AlternatingHexagons"/>
    <dgm:cxn modelId="{AB4E1541-320F-4C49-81FF-56E0644D7437}" type="presParOf" srcId="{7F19D5EE-8FCF-4D0E-8E16-DCBAAEBD81F9}" destId="{43479830-F98D-41CB-9C75-1005FB82843C}" srcOrd="0" destOrd="0" presId="urn:microsoft.com/office/officeart/2008/layout/AlternatingHexagons"/>
    <dgm:cxn modelId="{2AAFCA6D-00DF-4D8B-8812-7FBA4B60DE55}" type="presParOf" srcId="{43479830-F98D-41CB-9C75-1005FB82843C}" destId="{E83F8C1E-86A4-4AC0-8601-877947C43707}" srcOrd="0" destOrd="0" presId="urn:microsoft.com/office/officeart/2008/layout/AlternatingHexagons"/>
    <dgm:cxn modelId="{11D550FA-9742-4C03-AD2D-1E57E0B87F88}" type="presParOf" srcId="{43479830-F98D-41CB-9C75-1005FB82843C}" destId="{46273CDC-183C-4F9C-BCD1-EE38CC4A2CCD}" srcOrd="1" destOrd="0" presId="urn:microsoft.com/office/officeart/2008/layout/AlternatingHexagons"/>
    <dgm:cxn modelId="{DB2653FE-09D5-40DB-AF57-A92F17820594}" type="presParOf" srcId="{43479830-F98D-41CB-9C75-1005FB82843C}" destId="{13EA0CEF-1D83-4882-860F-B5D203FE526C}" srcOrd="2" destOrd="0" presId="urn:microsoft.com/office/officeart/2008/layout/AlternatingHexagons"/>
    <dgm:cxn modelId="{10CEEADF-77EA-42CE-9226-E8B46B0CC770}" type="presParOf" srcId="{43479830-F98D-41CB-9C75-1005FB82843C}" destId="{C024E30C-1F29-4BCF-8E29-171F136CE250}" srcOrd="3" destOrd="0" presId="urn:microsoft.com/office/officeart/2008/layout/AlternatingHexagons"/>
    <dgm:cxn modelId="{B305A6BB-5CBE-4D1E-A604-7B2DB57DCC14}" type="presParOf" srcId="{43479830-F98D-41CB-9C75-1005FB82843C}" destId="{50C18EF1-2B25-439F-B080-45BC02E95398}" srcOrd="4" destOrd="0" presId="urn:microsoft.com/office/officeart/2008/layout/AlternatingHexagons"/>
    <dgm:cxn modelId="{5255DED5-0581-44ED-8878-5C4A2576FD06}" type="presParOf" srcId="{7F19D5EE-8FCF-4D0E-8E16-DCBAAEBD81F9}" destId="{BAA1F019-6998-4A14-B6AB-AD8C9F38FF79}" srcOrd="1" destOrd="0" presId="urn:microsoft.com/office/officeart/2008/layout/AlternatingHexagons"/>
    <dgm:cxn modelId="{1A0F9949-84F9-4416-8502-5CE886234BC2}" type="presParOf" srcId="{7F19D5EE-8FCF-4D0E-8E16-DCBAAEBD81F9}" destId="{0A812320-84A5-4A23-901E-E50AAF85D1C2}" srcOrd="2" destOrd="0" presId="urn:microsoft.com/office/officeart/2008/layout/AlternatingHexagons"/>
    <dgm:cxn modelId="{DE113B45-1D82-4FEF-A6F7-D7D299C4FBC8}" type="presParOf" srcId="{0A812320-84A5-4A23-901E-E50AAF85D1C2}" destId="{E662BB72-2917-4FA8-A3D2-2E30F60C0A48}" srcOrd="0" destOrd="0" presId="urn:microsoft.com/office/officeart/2008/layout/AlternatingHexagons"/>
    <dgm:cxn modelId="{DD7F8550-B0F0-4725-B177-EDF56C3C04E4}" type="presParOf" srcId="{0A812320-84A5-4A23-901E-E50AAF85D1C2}" destId="{37D28ADB-2D67-43D7-87D3-CF5764CD3D2D}" srcOrd="1" destOrd="0" presId="urn:microsoft.com/office/officeart/2008/layout/AlternatingHexagons"/>
    <dgm:cxn modelId="{BD74F273-983B-4A15-97B0-4869E5BB7E38}" type="presParOf" srcId="{0A812320-84A5-4A23-901E-E50AAF85D1C2}" destId="{F42A61B3-144C-4A8C-BAEB-06C04E4232C8}" srcOrd="2" destOrd="0" presId="urn:microsoft.com/office/officeart/2008/layout/AlternatingHexagons"/>
    <dgm:cxn modelId="{D3F37192-B08B-4F59-95FB-E0562B9DD3BF}" type="presParOf" srcId="{0A812320-84A5-4A23-901E-E50AAF85D1C2}" destId="{0ED509AE-46FC-4DA3-A57F-35220530A158}" srcOrd="3" destOrd="0" presId="urn:microsoft.com/office/officeart/2008/layout/AlternatingHexagons"/>
    <dgm:cxn modelId="{1209E7F6-8B21-4370-AAD2-99B392256A64}" type="presParOf" srcId="{0A812320-84A5-4A23-901E-E50AAF85D1C2}" destId="{0EA7F0C0-09A1-443D-AE37-882A34959FBC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C2473-48A1-4A94-B10F-461027B27611}">
      <dsp:nvSpPr>
        <dsp:cNvPr id="0" name=""/>
        <dsp:cNvSpPr/>
      </dsp:nvSpPr>
      <dsp:spPr>
        <a:xfrm>
          <a:off x="4738784" y="582228"/>
          <a:ext cx="1151283" cy="620642"/>
        </a:xfrm>
        <a:prstGeom prst="roundRect">
          <a:avLst>
            <a:gd name="adj" fmla="val 10000"/>
          </a:avLst>
        </a:prstGeom>
        <a:solidFill>
          <a:srgbClr val="FFC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Arial" panose="020B0604020202020204" pitchFamily="34" charset="0"/>
              <a:cs typeface="Arial" panose="020B0604020202020204" pitchFamily="34" charset="0"/>
            </a:rPr>
            <a:t>Banco</a:t>
          </a:r>
        </a:p>
      </dsp:txBody>
      <dsp:txXfrm>
        <a:off x="4756962" y="600406"/>
        <a:ext cx="1114927" cy="584286"/>
      </dsp:txXfrm>
    </dsp:sp>
    <dsp:sp modelId="{27C6562C-C10A-459A-AE5F-435EDBEEA686}">
      <dsp:nvSpPr>
        <dsp:cNvPr id="0" name=""/>
        <dsp:cNvSpPr/>
      </dsp:nvSpPr>
      <dsp:spPr>
        <a:xfrm>
          <a:off x="5268705" y="1202871"/>
          <a:ext cx="91440" cy="2805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598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F281D-A258-4C44-9E0E-18D4704B7DAC}">
      <dsp:nvSpPr>
        <dsp:cNvPr id="0" name=""/>
        <dsp:cNvSpPr/>
      </dsp:nvSpPr>
      <dsp:spPr>
        <a:xfrm>
          <a:off x="4788303" y="1483470"/>
          <a:ext cx="1052245" cy="7014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Arial" panose="020B0604020202020204" pitchFamily="34" charset="0"/>
              <a:cs typeface="Arial" panose="020B0604020202020204" pitchFamily="34" charset="0"/>
            </a:rPr>
            <a:t>Pague sua Divida</a:t>
          </a:r>
        </a:p>
      </dsp:txBody>
      <dsp:txXfrm>
        <a:off x="4808849" y="1504016"/>
        <a:ext cx="1011153" cy="660405"/>
      </dsp:txXfrm>
    </dsp:sp>
    <dsp:sp modelId="{E8DB52E7-B11A-450C-80B0-FB475B3EAC2E}">
      <dsp:nvSpPr>
        <dsp:cNvPr id="0" name=""/>
        <dsp:cNvSpPr/>
      </dsp:nvSpPr>
      <dsp:spPr>
        <a:xfrm>
          <a:off x="1210666" y="2184967"/>
          <a:ext cx="4103759" cy="280598"/>
        </a:xfrm>
        <a:custGeom>
          <a:avLst/>
          <a:gdLst/>
          <a:ahLst/>
          <a:cxnLst/>
          <a:rect l="0" t="0" r="0" b="0"/>
          <a:pathLst>
            <a:path>
              <a:moveTo>
                <a:pt x="4103759" y="0"/>
              </a:moveTo>
              <a:lnTo>
                <a:pt x="4103759" y="140299"/>
              </a:lnTo>
              <a:lnTo>
                <a:pt x="0" y="140299"/>
              </a:lnTo>
              <a:lnTo>
                <a:pt x="0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59CBE3-FF51-42CA-9C96-2708391BB3D7}">
      <dsp:nvSpPr>
        <dsp:cNvPr id="0" name=""/>
        <dsp:cNvSpPr/>
      </dsp:nvSpPr>
      <dsp:spPr>
        <a:xfrm>
          <a:off x="684543" y="2465566"/>
          <a:ext cx="1052245" cy="701497"/>
        </a:xfrm>
        <a:prstGeom prst="roundRect">
          <a:avLst>
            <a:gd name="adj" fmla="val 10000"/>
          </a:avLst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 A</a:t>
          </a:r>
        </a:p>
      </dsp:txBody>
      <dsp:txXfrm>
        <a:off x="705089" y="2486112"/>
        <a:ext cx="1011153" cy="660405"/>
      </dsp:txXfrm>
    </dsp:sp>
    <dsp:sp modelId="{C7FB4C38-DE70-4576-B1C5-753EF2FD6861}">
      <dsp:nvSpPr>
        <dsp:cNvPr id="0" name=""/>
        <dsp:cNvSpPr/>
      </dsp:nvSpPr>
      <dsp:spPr>
        <a:xfrm>
          <a:off x="526706" y="3167063"/>
          <a:ext cx="683959" cy="280598"/>
        </a:xfrm>
        <a:custGeom>
          <a:avLst/>
          <a:gdLst/>
          <a:ahLst/>
          <a:cxnLst/>
          <a:rect l="0" t="0" r="0" b="0"/>
          <a:pathLst>
            <a:path>
              <a:moveTo>
                <a:pt x="683959" y="0"/>
              </a:moveTo>
              <a:lnTo>
                <a:pt x="683959" y="140299"/>
              </a:lnTo>
              <a:lnTo>
                <a:pt x="0" y="140299"/>
              </a:lnTo>
              <a:lnTo>
                <a:pt x="0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47F662-0D9B-43BD-8436-DBA8130AB357}">
      <dsp:nvSpPr>
        <dsp:cNvPr id="0" name=""/>
        <dsp:cNvSpPr/>
      </dsp:nvSpPr>
      <dsp:spPr>
        <a:xfrm>
          <a:off x="583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A1</a:t>
          </a:r>
        </a:p>
      </dsp:txBody>
      <dsp:txXfrm>
        <a:off x="21129" y="3468208"/>
        <a:ext cx="1011153" cy="660405"/>
      </dsp:txXfrm>
    </dsp:sp>
    <dsp:sp modelId="{C420DA2B-6A91-4E90-ABF7-FAB2DC4DF1FF}">
      <dsp:nvSpPr>
        <dsp:cNvPr id="0" name=""/>
        <dsp:cNvSpPr/>
      </dsp:nvSpPr>
      <dsp:spPr>
        <a:xfrm>
          <a:off x="1210666" y="3167063"/>
          <a:ext cx="683959" cy="280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299"/>
              </a:lnTo>
              <a:lnTo>
                <a:pt x="683959" y="140299"/>
              </a:lnTo>
              <a:lnTo>
                <a:pt x="683959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C3D1E-BA60-457A-89F2-8430BE8612DC}">
      <dsp:nvSpPr>
        <dsp:cNvPr id="0" name=""/>
        <dsp:cNvSpPr/>
      </dsp:nvSpPr>
      <dsp:spPr>
        <a:xfrm>
          <a:off x="1368503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A2</a:t>
          </a:r>
        </a:p>
      </dsp:txBody>
      <dsp:txXfrm>
        <a:off x="1389049" y="3468208"/>
        <a:ext cx="1011153" cy="660405"/>
      </dsp:txXfrm>
    </dsp:sp>
    <dsp:sp modelId="{E0E7A336-4DC6-4832-B4A0-AADEB5C0B4DE}">
      <dsp:nvSpPr>
        <dsp:cNvPr id="0" name=""/>
        <dsp:cNvSpPr/>
      </dsp:nvSpPr>
      <dsp:spPr>
        <a:xfrm>
          <a:off x="3913297" y="2184967"/>
          <a:ext cx="1401128" cy="291668"/>
        </a:xfrm>
        <a:custGeom>
          <a:avLst/>
          <a:gdLst/>
          <a:ahLst/>
          <a:cxnLst/>
          <a:rect l="0" t="0" r="0" b="0"/>
          <a:pathLst>
            <a:path>
              <a:moveTo>
                <a:pt x="1401128" y="0"/>
              </a:moveTo>
              <a:lnTo>
                <a:pt x="1401128" y="145834"/>
              </a:lnTo>
              <a:lnTo>
                <a:pt x="0" y="145834"/>
              </a:lnTo>
              <a:lnTo>
                <a:pt x="0" y="29166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56F848-07A8-4B89-88DC-E31AFA81B131}">
      <dsp:nvSpPr>
        <dsp:cNvPr id="0" name=""/>
        <dsp:cNvSpPr/>
      </dsp:nvSpPr>
      <dsp:spPr>
        <a:xfrm>
          <a:off x="3387174" y="2476636"/>
          <a:ext cx="1052245" cy="701497"/>
        </a:xfrm>
        <a:prstGeom prst="roundRect">
          <a:avLst>
            <a:gd name="adj" fmla="val 10000"/>
          </a:avLst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 B</a:t>
          </a:r>
        </a:p>
      </dsp:txBody>
      <dsp:txXfrm>
        <a:off x="3407720" y="2497182"/>
        <a:ext cx="1011153" cy="660405"/>
      </dsp:txXfrm>
    </dsp:sp>
    <dsp:sp modelId="{45D209C0-A94D-4EC0-A50C-A0E1DB1A547D}">
      <dsp:nvSpPr>
        <dsp:cNvPr id="0" name=""/>
        <dsp:cNvSpPr/>
      </dsp:nvSpPr>
      <dsp:spPr>
        <a:xfrm>
          <a:off x="3262546" y="3178133"/>
          <a:ext cx="650750" cy="269529"/>
        </a:xfrm>
        <a:custGeom>
          <a:avLst/>
          <a:gdLst/>
          <a:ahLst/>
          <a:cxnLst/>
          <a:rect l="0" t="0" r="0" b="0"/>
          <a:pathLst>
            <a:path>
              <a:moveTo>
                <a:pt x="650750" y="0"/>
              </a:moveTo>
              <a:lnTo>
                <a:pt x="650750" y="134764"/>
              </a:lnTo>
              <a:lnTo>
                <a:pt x="0" y="134764"/>
              </a:lnTo>
              <a:lnTo>
                <a:pt x="0" y="26952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A32C75-9892-4ADD-B863-4C86E81759FB}">
      <dsp:nvSpPr>
        <dsp:cNvPr id="0" name=""/>
        <dsp:cNvSpPr/>
      </dsp:nvSpPr>
      <dsp:spPr>
        <a:xfrm>
          <a:off x="2736423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B1</a:t>
          </a:r>
        </a:p>
      </dsp:txBody>
      <dsp:txXfrm>
        <a:off x="2756969" y="3468208"/>
        <a:ext cx="1011153" cy="660405"/>
      </dsp:txXfrm>
    </dsp:sp>
    <dsp:sp modelId="{CC6DBEF0-E5E8-4F2B-A54D-8095DDD6092F}">
      <dsp:nvSpPr>
        <dsp:cNvPr id="0" name=""/>
        <dsp:cNvSpPr/>
      </dsp:nvSpPr>
      <dsp:spPr>
        <a:xfrm>
          <a:off x="3913297" y="3178133"/>
          <a:ext cx="717168" cy="269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764"/>
              </a:lnTo>
              <a:lnTo>
                <a:pt x="717168" y="134764"/>
              </a:lnTo>
              <a:lnTo>
                <a:pt x="717168" y="26952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530E4A-8F47-4855-949A-874466B5977E}">
      <dsp:nvSpPr>
        <dsp:cNvPr id="0" name=""/>
        <dsp:cNvSpPr/>
      </dsp:nvSpPr>
      <dsp:spPr>
        <a:xfrm>
          <a:off x="4104343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B2</a:t>
          </a:r>
        </a:p>
      </dsp:txBody>
      <dsp:txXfrm>
        <a:off x="4124889" y="3468208"/>
        <a:ext cx="1011153" cy="660405"/>
      </dsp:txXfrm>
    </dsp:sp>
    <dsp:sp modelId="{FED4A75C-8CEF-434A-9AB4-48DBB88B75B8}">
      <dsp:nvSpPr>
        <dsp:cNvPr id="0" name=""/>
        <dsp:cNvSpPr/>
      </dsp:nvSpPr>
      <dsp:spPr>
        <a:xfrm>
          <a:off x="5314426" y="2184967"/>
          <a:ext cx="1334710" cy="2916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834"/>
              </a:lnTo>
              <a:lnTo>
                <a:pt x="1334710" y="145834"/>
              </a:lnTo>
              <a:lnTo>
                <a:pt x="1334710" y="29166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3DDD7A-2BA9-4418-9036-D21463086D8F}">
      <dsp:nvSpPr>
        <dsp:cNvPr id="0" name=""/>
        <dsp:cNvSpPr/>
      </dsp:nvSpPr>
      <dsp:spPr>
        <a:xfrm>
          <a:off x="6123013" y="2476636"/>
          <a:ext cx="1052245" cy="701497"/>
        </a:xfrm>
        <a:prstGeom prst="roundRect">
          <a:avLst>
            <a:gd name="adj" fmla="val 10000"/>
          </a:avLst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 C</a:t>
          </a:r>
        </a:p>
      </dsp:txBody>
      <dsp:txXfrm>
        <a:off x="6143559" y="2497182"/>
        <a:ext cx="1011153" cy="660405"/>
      </dsp:txXfrm>
    </dsp:sp>
    <dsp:sp modelId="{F1798BD9-807F-4187-A3A8-EB2C7C21E500}">
      <dsp:nvSpPr>
        <dsp:cNvPr id="0" name=""/>
        <dsp:cNvSpPr/>
      </dsp:nvSpPr>
      <dsp:spPr>
        <a:xfrm>
          <a:off x="5998385" y="3178133"/>
          <a:ext cx="650750" cy="269529"/>
        </a:xfrm>
        <a:custGeom>
          <a:avLst/>
          <a:gdLst/>
          <a:ahLst/>
          <a:cxnLst/>
          <a:rect l="0" t="0" r="0" b="0"/>
          <a:pathLst>
            <a:path>
              <a:moveTo>
                <a:pt x="650750" y="0"/>
              </a:moveTo>
              <a:lnTo>
                <a:pt x="650750" y="134764"/>
              </a:lnTo>
              <a:lnTo>
                <a:pt x="0" y="134764"/>
              </a:lnTo>
              <a:lnTo>
                <a:pt x="0" y="26952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D3401A-F084-442C-87DB-90513621C864}">
      <dsp:nvSpPr>
        <dsp:cNvPr id="0" name=""/>
        <dsp:cNvSpPr/>
      </dsp:nvSpPr>
      <dsp:spPr>
        <a:xfrm>
          <a:off x="5472262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C1</a:t>
          </a:r>
        </a:p>
      </dsp:txBody>
      <dsp:txXfrm>
        <a:off x="5492808" y="3468208"/>
        <a:ext cx="1011153" cy="660405"/>
      </dsp:txXfrm>
    </dsp:sp>
    <dsp:sp modelId="{6D43192E-FC72-4576-894D-3B2E8D17CBE2}">
      <dsp:nvSpPr>
        <dsp:cNvPr id="0" name=""/>
        <dsp:cNvSpPr/>
      </dsp:nvSpPr>
      <dsp:spPr>
        <a:xfrm>
          <a:off x="6649136" y="3178133"/>
          <a:ext cx="717168" cy="269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764"/>
              </a:lnTo>
              <a:lnTo>
                <a:pt x="717168" y="134764"/>
              </a:lnTo>
              <a:lnTo>
                <a:pt x="717168" y="269529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B355D-CA5B-4B61-BD2B-5BDF6106F36E}">
      <dsp:nvSpPr>
        <dsp:cNvPr id="0" name=""/>
        <dsp:cNvSpPr/>
      </dsp:nvSpPr>
      <dsp:spPr>
        <a:xfrm>
          <a:off x="6840182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C2</a:t>
          </a:r>
        </a:p>
      </dsp:txBody>
      <dsp:txXfrm>
        <a:off x="6860728" y="3468208"/>
        <a:ext cx="1011153" cy="660405"/>
      </dsp:txXfrm>
    </dsp:sp>
    <dsp:sp modelId="{A525126C-DEC1-4377-A39E-9E6940A6EFC5}">
      <dsp:nvSpPr>
        <dsp:cNvPr id="0" name=""/>
        <dsp:cNvSpPr/>
      </dsp:nvSpPr>
      <dsp:spPr>
        <a:xfrm>
          <a:off x="5314426" y="2184967"/>
          <a:ext cx="4103759" cy="280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299"/>
              </a:lnTo>
              <a:lnTo>
                <a:pt x="4103759" y="140299"/>
              </a:lnTo>
              <a:lnTo>
                <a:pt x="4103759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61AE6A-6ABD-4091-A990-A041930C7220}">
      <dsp:nvSpPr>
        <dsp:cNvPr id="0" name=""/>
        <dsp:cNvSpPr/>
      </dsp:nvSpPr>
      <dsp:spPr>
        <a:xfrm>
          <a:off x="8892062" y="2465566"/>
          <a:ext cx="1052245" cy="701497"/>
        </a:xfrm>
        <a:prstGeom prst="roundRect">
          <a:avLst>
            <a:gd name="adj" fmla="val 10000"/>
          </a:avLst>
        </a:prstGeom>
        <a:solidFill>
          <a:srgbClr val="7030A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Adm</a:t>
          </a: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 D</a:t>
          </a:r>
        </a:p>
      </dsp:txBody>
      <dsp:txXfrm>
        <a:off x="8912608" y="2486112"/>
        <a:ext cx="1011153" cy="660405"/>
      </dsp:txXfrm>
    </dsp:sp>
    <dsp:sp modelId="{064D8FB8-BF37-4B3D-93C4-1E4A2806315E}">
      <dsp:nvSpPr>
        <dsp:cNvPr id="0" name=""/>
        <dsp:cNvSpPr/>
      </dsp:nvSpPr>
      <dsp:spPr>
        <a:xfrm>
          <a:off x="8734225" y="3167063"/>
          <a:ext cx="683959" cy="280598"/>
        </a:xfrm>
        <a:custGeom>
          <a:avLst/>
          <a:gdLst/>
          <a:ahLst/>
          <a:cxnLst/>
          <a:rect l="0" t="0" r="0" b="0"/>
          <a:pathLst>
            <a:path>
              <a:moveTo>
                <a:pt x="683959" y="0"/>
              </a:moveTo>
              <a:lnTo>
                <a:pt x="683959" y="140299"/>
              </a:lnTo>
              <a:lnTo>
                <a:pt x="0" y="140299"/>
              </a:lnTo>
              <a:lnTo>
                <a:pt x="0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485D06-8FD6-4A1E-B576-9A396170DBD1}">
      <dsp:nvSpPr>
        <dsp:cNvPr id="0" name=""/>
        <dsp:cNvSpPr/>
      </dsp:nvSpPr>
      <dsp:spPr>
        <a:xfrm>
          <a:off x="8208102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D1</a:t>
          </a:r>
        </a:p>
      </dsp:txBody>
      <dsp:txXfrm>
        <a:off x="8228648" y="3468208"/>
        <a:ext cx="1011153" cy="660405"/>
      </dsp:txXfrm>
    </dsp:sp>
    <dsp:sp modelId="{45C3BA89-FC10-4B63-96C0-C9648CEADE9B}">
      <dsp:nvSpPr>
        <dsp:cNvPr id="0" name=""/>
        <dsp:cNvSpPr/>
      </dsp:nvSpPr>
      <dsp:spPr>
        <a:xfrm>
          <a:off x="9418185" y="3167063"/>
          <a:ext cx="683959" cy="2805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299"/>
              </a:lnTo>
              <a:lnTo>
                <a:pt x="683959" y="140299"/>
              </a:lnTo>
              <a:lnTo>
                <a:pt x="683959" y="280598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3BE90-E1DC-4C29-9321-9A80B69BF08C}">
      <dsp:nvSpPr>
        <dsp:cNvPr id="0" name=""/>
        <dsp:cNvSpPr/>
      </dsp:nvSpPr>
      <dsp:spPr>
        <a:xfrm>
          <a:off x="9576022" y="3447662"/>
          <a:ext cx="1052245" cy="701497"/>
        </a:xfrm>
        <a:prstGeom prst="roundRect">
          <a:avLst>
            <a:gd name="adj" fmla="val 10000"/>
          </a:avLst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Arial" panose="020B0604020202020204" pitchFamily="34" charset="0"/>
              <a:cs typeface="Arial" panose="020B0604020202020204" pitchFamily="34" charset="0"/>
            </a:rPr>
            <a:t>Agência D2</a:t>
          </a:r>
        </a:p>
      </dsp:txBody>
      <dsp:txXfrm>
        <a:off x="9596568" y="3468208"/>
        <a:ext cx="1011153" cy="6604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B1E78-12E6-41A2-8766-5B346D675A4F}">
      <dsp:nvSpPr>
        <dsp:cNvPr id="0" name=""/>
        <dsp:cNvSpPr/>
      </dsp:nvSpPr>
      <dsp:spPr>
        <a:xfrm>
          <a:off x="1578932" y="114254"/>
          <a:ext cx="1060370" cy="530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50" kern="1200" dirty="0">
              <a:latin typeface="Arial" panose="020B0604020202020204" pitchFamily="34" charset="0"/>
              <a:cs typeface="Arial" panose="020B0604020202020204" pitchFamily="34" charset="0"/>
            </a:rPr>
            <a:t>Fornecedor</a:t>
          </a:r>
        </a:p>
      </dsp:txBody>
      <dsp:txXfrm>
        <a:off x="1594461" y="129783"/>
        <a:ext cx="1029312" cy="499127"/>
      </dsp:txXfrm>
    </dsp:sp>
    <dsp:sp modelId="{F6591B07-C212-4117-AE6B-0131CA0F5F29}">
      <dsp:nvSpPr>
        <dsp:cNvPr id="0" name=""/>
        <dsp:cNvSpPr/>
      </dsp:nvSpPr>
      <dsp:spPr>
        <a:xfrm rot="3309609">
          <a:off x="2195969" y="983040"/>
          <a:ext cx="795860" cy="18556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251638" y="1020153"/>
        <a:ext cx="684522" cy="111338"/>
      </dsp:txXfrm>
    </dsp:sp>
    <dsp:sp modelId="{1AEAE374-E81D-474C-A16C-463D4312841F}">
      <dsp:nvSpPr>
        <dsp:cNvPr id="0" name=""/>
        <dsp:cNvSpPr/>
      </dsp:nvSpPr>
      <dsp:spPr>
        <a:xfrm>
          <a:off x="2548497" y="1507206"/>
          <a:ext cx="1060370" cy="530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>
              <a:latin typeface="Arial" panose="020B0604020202020204" pitchFamily="34" charset="0"/>
              <a:cs typeface="Arial" panose="020B0604020202020204" pitchFamily="34" charset="0"/>
            </a:rPr>
            <a:t>Consumidor</a:t>
          </a:r>
        </a:p>
      </dsp:txBody>
      <dsp:txXfrm>
        <a:off x="2564026" y="1522735"/>
        <a:ext cx="1029312" cy="499127"/>
      </dsp:txXfrm>
    </dsp:sp>
    <dsp:sp modelId="{4436F55A-75F0-4677-ACE1-C8B55BB8265E}">
      <dsp:nvSpPr>
        <dsp:cNvPr id="0" name=""/>
        <dsp:cNvSpPr/>
      </dsp:nvSpPr>
      <dsp:spPr>
        <a:xfrm rot="10814565">
          <a:off x="1653158" y="1675162"/>
          <a:ext cx="795860" cy="185564"/>
        </a:xfrm>
        <a:prstGeom prst="mathMinus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 rot="10800000">
        <a:off x="1708827" y="1712275"/>
        <a:ext cx="684522" cy="111338"/>
      </dsp:txXfrm>
    </dsp:sp>
    <dsp:sp modelId="{2DE332B6-7D20-438B-8E35-568BC6E80611}">
      <dsp:nvSpPr>
        <dsp:cNvPr id="0" name=""/>
        <dsp:cNvSpPr/>
      </dsp:nvSpPr>
      <dsp:spPr>
        <a:xfrm>
          <a:off x="493309" y="1498499"/>
          <a:ext cx="1060370" cy="5301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>
              <a:latin typeface="Arial" panose="020B0604020202020204" pitchFamily="34" charset="0"/>
              <a:cs typeface="Arial" panose="020B0604020202020204" pitchFamily="34" charset="0"/>
            </a:rPr>
            <a:t>Consumidor</a:t>
          </a:r>
        </a:p>
      </dsp:txBody>
      <dsp:txXfrm>
        <a:off x="508838" y="1514028"/>
        <a:ext cx="1029312" cy="499127"/>
      </dsp:txXfrm>
    </dsp:sp>
    <dsp:sp modelId="{94E167B3-B40B-451E-AD4D-FD3B49DE582C}">
      <dsp:nvSpPr>
        <dsp:cNvPr id="0" name=""/>
        <dsp:cNvSpPr/>
      </dsp:nvSpPr>
      <dsp:spPr>
        <a:xfrm rot="18486364">
          <a:off x="1168375" y="978686"/>
          <a:ext cx="795860" cy="18556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1224044" y="1015799"/>
        <a:ext cx="684522" cy="1113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D679A4-56A3-47B0-BEE2-FA10F22A8592}">
      <dsp:nvSpPr>
        <dsp:cNvPr id="0" name=""/>
        <dsp:cNvSpPr/>
      </dsp:nvSpPr>
      <dsp:spPr>
        <a:xfrm rot="5400000">
          <a:off x="3361689" y="108373"/>
          <a:ext cx="4330700" cy="52019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80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Redução no tempo de Desenvolvimento .	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80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Envolve pouca colaboração de outros times.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80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Se há muita manutenção após outros serviços sofrerem alteração é um indicativo ruim de acoplamento.</a:t>
          </a:r>
        </a:p>
      </dsp:txBody>
      <dsp:txXfrm rot="-5400000">
        <a:off x="2926080" y="755390"/>
        <a:ext cx="4990513" cy="3907886"/>
      </dsp:txXfrm>
    </dsp:sp>
    <dsp:sp modelId="{08CEEB5B-A2E9-4F8A-9C72-EABBF1FD53B6}">
      <dsp:nvSpPr>
        <dsp:cNvPr id="0" name=""/>
        <dsp:cNvSpPr/>
      </dsp:nvSpPr>
      <dsp:spPr>
        <a:xfrm>
          <a:off x="0" y="0"/>
          <a:ext cx="2926080" cy="5413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Alguma características</a:t>
          </a:r>
        </a:p>
      </dsp:txBody>
      <dsp:txXfrm>
        <a:off x="142839" y="142839"/>
        <a:ext cx="2640402" cy="51276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BD7F4-E681-4EF7-8A91-9D64030E017B}">
      <dsp:nvSpPr>
        <dsp:cNvPr id="0" name=""/>
        <dsp:cNvSpPr/>
      </dsp:nvSpPr>
      <dsp:spPr>
        <a:xfrm>
          <a:off x="0" y="553158"/>
          <a:ext cx="8128000" cy="126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728980" rIns="63082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>
              <a:latin typeface="Arial" panose="020B0604020202020204" pitchFamily="34" charset="0"/>
              <a:cs typeface="Arial" panose="020B0604020202020204" pitchFamily="34" charset="0"/>
            </a:rPr>
            <a:t>De Acordo com as particularidades da empresa pode-se ter uma arquitetura diferente.</a:t>
          </a:r>
        </a:p>
      </dsp:txBody>
      <dsp:txXfrm>
        <a:off x="0" y="553158"/>
        <a:ext cx="8128000" cy="1267875"/>
      </dsp:txXfrm>
    </dsp:sp>
    <dsp:sp modelId="{3CDCCBFB-AA4E-46B6-8904-E5E06E99E005}">
      <dsp:nvSpPr>
        <dsp:cNvPr id="0" name=""/>
        <dsp:cNvSpPr/>
      </dsp:nvSpPr>
      <dsp:spPr>
        <a:xfrm>
          <a:off x="406400" y="36558"/>
          <a:ext cx="5689600" cy="103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Não há um gabarito para definir a arquitetura.</a:t>
          </a:r>
        </a:p>
      </dsp:txBody>
      <dsp:txXfrm>
        <a:off x="456837" y="86995"/>
        <a:ext cx="5588726" cy="932326"/>
      </dsp:txXfrm>
    </dsp:sp>
    <dsp:sp modelId="{38F6B00B-E64B-4E58-A013-A2F94A657CD2}">
      <dsp:nvSpPr>
        <dsp:cNvPr id="0" name=""/>
        <dsp:cNvSpPr/>
      </dsp:nvSpPr>
      <dsp:spPr>
        <a:xfrm>
          <a:off x="0" y="2526633"/>
          <a:ext cx="8128000" cy="1074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728980" rIns="63082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>
              <a:latin typeface="Arial" panose="020B0604020202020204" pitchFamily="34" charset="0"/>
              <a:cs typeface="Arial" panose="020B0604020202020204" pitchFamily="34" charset="0"/>
            </a:rPr>
            <a:t>Envolve muita vivência e criatividade.</a:t>
          </a:r>
        </a:p>
      </dsp:txBody>
      <dsp:txXfrm>
        <a:off x="0" y="2526633"/>
        <a:ext cx="8128000" cy="1074937"/>
      </dsp:txXfrm>
    </dsp:sp>
    <dsp:sp modelId="{95C1FF45-19A0-48E9-A092-8FAEAFFDA730}">
      <dsp:nvSpPr>
        <dsp:cNvPr id="0" name=""/>
        <dsp:cNvSpPr/>
      </dsp:nvSpPr>
      <dsp:spPr>
        <a:xfrm>
          <a:off x="406400" y="2010033"/>
          <a:ext cx="5689600" cy="103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Não é um processo mecânico.</a:t>
          </a:r>
        </a:p>
      </dsp:txBody>
      <dsp:txXfrm>
        <a:off x="456837" y="2060470"/>
        <a:ext cx="5588726" cy="932326"/>
      </dsp:txXfrm>
    </dsp:sp>
    <dsp:sp modelId="{95E4B63A-5CD4-4888-A42B-B59FF2747264}">
      <dsp:nvSpPr>
        <dsp:cNvPr id="0" name=""/>
        <dsp:cNvSpPr/>
      </dsp:nvSpPr>
      <dsp:spPr>
        <a:xfrm>
          <a:off x="0" y="4307171"/>
          <a:ext cx="8128000" cy="1074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728980" rIns="63082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600" b="1" kern="1200" dirty="0">
              <a:latin typeface="Arial" panose="020B0604020202020204" pitchFamily="34" charset="0"/>
              <a:cs typeface="Arial" panose="020B0604020202020204" pitchFamily="34" charset="0"/>
            </a:rPr>
            <a:t>O conhecimento do negócio é essencial. </a:t>
          </a:r>
        </a:p>
      </dsp:txBody>
      <dsp:txXfrm>
        <a:off x="0" y="4307171"/>
        <a:ext cx="8128000" cy="1074937"/>
      </dsp:txXfrm>
    </dsp:sp>
    <dsp:sp modelId="{C9886F6E-905E-4198-A2B9-08447858C77E}">
      <dsp:nvSpPr>
        <dsp:cNvPr id="0" name=""/>
        <dsp:cNvSpPr/>
      </dsp:nvSpPr>
      <dsp:spPr>
        <a:xfrm>
          <a:off x="406400" y="3790571"/>
          <a:ext cx="5689600" cy="1033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Deve levar em conta as particularidades da empresa e do negócio no processo.</a:t>
          </a:r>
        </a:p>
      </dsp:txBody>
      <dsp:txXfrm>
        <a:off x="456837" y="3841008"/>
        <a:ext cx="5588726" cy="9323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1896B-C886-4BAC-A9C4-44E379352634}">
      <dsp:nvSpPr>
        <dsp:cNvPr id="0" name=""/>
        <dsp:cNvSpPr/>
      </dsp:nvSpPr>
      <dsp:spPr>
        <a:xfrm>
          <a:off x="0" y="506631"/>
          <a:ext cx="8071141" cy="844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3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1.Identificar as operações do sistema.</a:t>
          </a:r>
        </a:p>
      </dsp:txBody>
      <dsp:txXfrm>
        <a:off x="41230" y="547861"/>
        <a:ext cx="7988681" cy="762133"/>
      </dsp:txXfrm>
    </dsp:sp>
    <dsp:sp modelId="{62A776EA-CB62-4283-BA83-6D6290ABCA90}">
      <dsp:nvSpPr>
        <dsp:cNvPr id="0" name=""/>
        <dsp:cNvSpPr/>
      </dsp:nvSpPr>
      <dsp:spPr>
        <a:xfrm>
          <a:off x="0" y="1351224"/>
          <a:ext cx="8071141" cy="580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25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O que a aplicação irá processar?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8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Essas Operações se transformam em algum cenário arquitetural.</a:t>
          </a:r>
        </a:p>
      </dsp:txBody>
      <dsp:txXfrm>
        <a:off x="0" y="1351224"/>
        <a:ext cx="8071141" cy="580635"/>
      </dsp:txXfrm>
    </dsp:sp>
    <dsp:sp modelId="{E5331BF7-72DE-4767-B0AA-7B6CBC37120C}">
      <dsp:nvSpPr>
        <dsp:cNvPr id="0" name=""/>
        <dsp:cNvSpPr/>
      </dsp:nvSpPr>
      <dsp:spPr>
        <a:xfrm>
          <a:off x="0" y="1931859"/>
          <a:ext cx="8071141" cy="844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2. Identificar os Serviços</a:t>
          </a:r>
        </a:p>
      </dsp:txBody>
      <dsp:txXfrm>
        <a:off x="41230" y="1973089"/>
        <a:ext cx="7988681" cy="762133"/>
      </dsp:txXfrm>
    </dsp:sp>
    <dsp:sp modelId="{32043DE5-F5F6-451E-8928-107E30F8F59F}">
      <dsp:nvSpPr>
        <dsp:cNvPr id="0" name=""/>
        <dsp:cNvSpPr/>
      </dsp:nvSpPr>
      <dsp:spPr>
        <a:xfrm>
          <a:off x="0" y="2776453"/>
          <a:ext cx="8071141" cy="700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259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4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Entrega de agrupamentos em conceitos de negócios.</a:t>
          </a:r>
        </a:p>
      </dsp:txBody>
      <dsp:txXfrm>
        <a:off x="0" y="2776453"/>
        <a:ext cx="8071141" cy="700177"/>
      </dsp:txXfrm>
    </dsp:sp>
    <dsp:sp modelId="{6F960644-0A2E-43E9-AB7F-DE7DEE40754C}">
      <dsp:nvSpPr>
        <dsp:cNvPr id="0" name=""/>
        <dsp:cNvSpPr/>
      </dsp:nvSpPr>
      <dsp:spPr>
        <a:xfrm>
          <a:off x="0" y="3476631"/>
          <a:ext cx="8071141" cy="844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3. Definir APIS e colaboração.</a:t>
          </a:r>
        </a:p>
      </dsp:txBody>
      <dsp:txXfrm>
        <a:off x="41230" y="3517861"/>
        <a:ext cx="7988681" cy="762133"/>
      </dsp:txXfrm>
    </dsp:sp>
    <dsp:sp modelId="{9CB56D98-95CD-4D7D-9711-2DC1CA731483}">
      <dsp:nvSpPr>
        <dsp:cNvPr id="0" name=""/>
        <dsp:cNvSpPr/>
      </dsp:nvSpPr>
      <dsp:spPr>
        <a:xfrm>
          <a:off x="0" y="4321224"/>
          <a:ext cx="8071141" cy="580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25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b="1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Todas as operações devem ser convertidas em APIS dentro do serviço.</a:t>
          </a:r>
        </a:p>
      </dsp:txBody>
      <dsp:txXfrm>
        <a:off x="0" y="4321224"/>
        <a:ext cx="8071141" cy="5806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F8C1E-86A4-4AC0-8601-877947C43707}">
      <dsp:nvSpPr>
        <dsp:cNvPr id="0" name=""/>
        <dsp:cNvSpPr/>
      </dsp:nvSpPr>
      <dsp:spPr>
        <a:xfrm rot="5400000">
          <a:off x="2767500" y="135508"/>
          <a:ext cx="1817614" cy="158132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AMPQ</a:t>
          </a:r>
        </a:p>
      </dsp:txBody>
      <dsp:txXfrm rot="-5400000">
        <a:off x="3132068" y="300608"/>
        <a:ext cx="1088478" cy="1251124"/>
      </dsp:txXfrm>
    </dsp:sp>
    <dsp:sp modelId="{46273CDC-183C-4F9C-BCD1-EE38CC4A2CCD}">
      <dsp:nvSpPr>
        <dsp:cNvPr id="0" name=""/>
        <dsp:cNvSpPr/>
      </dsp:nvSpPr>
      <dsp:spPr>
        <a:xfrm>
          <a:off x="4712455" y="470498"/>
          <a:ext cx="1633456" cy="911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C18EF1-2B25-439F-B080-45BC02E95398}">
      <dsp:nvSpPr>
        <dsp:cNvPr id="0" name=""/>
        <dsp:cNvSpPr/>
      </dsp:nvSpPr>
      <dsp:spPr>
        <a:xfrm rot="5400000">
          <a:off x="1094505" y="161627"/>
          <a:ext cx="1817614" cy="158132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Kafka	</a:t>
          </a:r>
        </a:p>
      </dsp:txBody>
      <dsp:txXfrm rot="-5400000">
        <a:off x="1459073" y="326727"/>
        <a:ext cx="1088478" cy="1251124"/>
      </dsp:txXfrm>
    </dsp:sp>
    <dsp:sp modelId="{E662BB72-2917-4FA8-A3D2-2E30F60C0A48}">
      <dsp:nvSpPr>
        <dsp:cNvPr id="0" name=""/>
        <dsp:cNvSpPr/>
      </dsp:nvSpPr>
      <dsp:spPr>
        <a:xfrm rot="5400000">
          <a:off x="1910313" y="1678299"/>
          <a:ext cx="1817614" cy="158132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Rabbit MQ</a:t>
          </a:r>
        </a:p>
      </dsp:txBody>
      <dsp:txXfrm rot="-5400000">
        <a:off x="2274881" y="1843399"/>
        <a:ext cx="1088478" cy="1251124"/>
      </dsp:txXfrm>
    </dsp:sp>
    <dsp:sp modelId="{37D28ADB-2D67-43D7-87D3-CF5764CD3D2D}">
      <dsp:nvSpPr>
        <dsp:cNvPr id="0" name=""/>
        <dsp:cNvSpPr/>
      </dsp:nvSpPr>
      <dsp:spPr>
        <a:xfrm>
          <a:off x="450985" y="2090567"/>
          <a:ext cx="1061053" cy="756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7F0C0-09A1-443D-AE37-882A34959FBC}">
      <dsp:nvSpPr>
        <dsp:cNvPr id="0" name=""/>
        <dsp:cNvSpPr/>
      </dsp:nvSpPr>
      <dsp:spPr>
        <a:xfrm rot="5400000">
          <a:off x="3618143" y="1678299"/>
          <a:ext cx="1817614" cy="1581324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STOMP</a:t>
          </a:r>
        </a:p>
      </dsp:txBody>
      <dsp:txXfrm rot="-5400000">
        <a:off x="3982711" y="1843399"/>
        <a:ext cx="1088478" cy="1251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37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60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8836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635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82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35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76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64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77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76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652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735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92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247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322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506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51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60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9D016-B740-4DFC-A36C-0421CCB4D550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B159A-DFC9-4912-AA42-24DC0AFCA454}" type="slidenum">
              <a:rPr lang="pt-BR" smtClean="0"/>
              <a:t>‹nº›</a:t>
            </a:fld>
            <a:endParaRPr lang="pt-BR"/>
          </a:p>
        </p:txBody>
      </p:sp>
      <p:sp>
        <p:nvSpPr>
          <p:cNvPr id="48" name="MSIPCMContentMarking" descr="{&quot;HashCode&quot;:-1064623683,&quot;Placement&quot;:&quot;Footer&quot;,&quot;Top&quot;:519.343,&quot;Left&quot;:362.011169,&quot;SlideWidth&quot;:960,&quot;SlideHeight&quot;:540}">
            <a:extLst>
              <a:ext uri="{FF2B5EF4-FFF2-40B4-BE49-F238E27FC236}">
                <a16:creationId xmlns:a16="http://schemas.microsoft.com/office/drawing/2014/main" id="{73BD8E52-2FA3-436F-970B-A9B18307E71F}"/>
              </a:ext>
            </a:extLst>
          </p:cNvPr>
          <p:cNvSpPr txBox="1"/>
          <p:nvPr userDrawn="1"/>
        </p:nvSpPr>
        <p:spPr>
          <a:xfrm>
            <a:off x="4597542" y="6595656"/>
            <a:ext cx="2996916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INFORMAÇÃO INTERNA –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22831256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D817A4C-00BD-04B9-CD8F-F4E96939EFD8}"/>
              </a:ext>
            </a:extLst>
          </p:cNvPr>
          <p:cNvSpPr/>
          <p:nvPr/>
        </p:nvSpPr>
        <p:spPr>
          <a:xfrm>
            <a:off x="1646072" y="2111658"/>
            <a:ext cx="869853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rial Black" panose="020B0A04020102020204" pitchFamily="34" charset="0"/>
              </a:rPr>
              <a:t>Arquitetura de Microsserviços</a:t>
            </a:r>
            <a:endParaRPr lang="pt-BR" sz="40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5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30A476E-22DC-BB87-6BE7-6351C6F971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430486"/>
              </p:ext>
            </p:extLst>
          </p:nvPr>
        </p:nvGraphicFramePr>
        <p:xfrm>
          <a:off x="704675" y="1233182"/>
          <a:ext cx="10628852" cy="4731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76E99B7B-E2F5-92E1-585E-A5858C9DA86C}"/>
              </a:ext>
            </a:extLst>
          </p:cNvPr>
          <p:cNvSpPr/>
          <p:nvPr/>
        </p:nvSpPr>
        <p:spPr>
          <a:xfrm>
            <a:off x="627964" y="406324"/>
            <a:ext cx="5395332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: Era uma vez...</a:t>
            </a:r>
          </a:p>
        </p:txBody>
      </p:sp>
    </p:spTree>
    <p:extLst>
      <p:ext uri="{BB962C8B-B14F-4D97-AF65-F5344CB8AC3E}">
        <p14:creationId xmlns:p14="http://schemas.microsoft.com/office/powerpoint/2010/main" val="11461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A7B22FAB-83D7-9084-08AD-09E981036517}"/>
              </a:ext>
            </a:extLst>
          </p:cNvPr>
          <p:cNvSpPr/>
          <p:nvPr/>
        </p:nvSpPr>
        <p:spPr>
          <a:xfrm>
            <a:off x="827873" y="1336166"/>
            <a:ext cx="4815281" cy="329687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F0A1E838-8487-07A4-180D-A21F38BA8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660691"/>
              </p:ext>
            </p:extLst>
          </p:nvPr>
        </p:nvGraphicFramePr>
        <p:xfrm>
          <a:off x="1184365" y="2107473"/>
          <a:ext cx="4249783" cy="2046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E4C3C2EC-0733-4923-9883-66C11A3EB32A}"/>
              </a:ext>
            </a:extLst>
          </p:cNvPr>
          <p:cNvSpPr txBox="1"/>
          <p:nvPr/>
        </p:nvSpPr>
        <p:spPr>
          <a:xfrm>
            <a:off x="5796791" y="858274"/>
            <a:ext cx="53240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Empresa “Pague Sua Divida”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Dona dos Dados fornece para os Escritórios de Cobrança que Consomem os Dados delas, Requisição e Respostas.</a:t>
            </a:r>
          </a:p>
          <a:p>
            <a:endParaRPr lang="pt-B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Escritórios de Cobrança obtém os dados realizam operações de cobrança e retornam os mesmos para o fornecedor através de comunicação via web service e Jobs noturnos.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Pague suas Divida presta contas com Banco Pai.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CD219A9-8DA9-E443-6EBD-9D4C74CB4A66}"/>
              </a:ext>
            </a:extLst>
          </p:cNvPr>
          <p:cNvSpPr/>
          <p:nvPr/>
        </p:nvSpPr>
        <p:spPr>
          <a:xfrm>
            <a:off x="2784944" y="1424188"/>
            <a:ext cx="1048624" cy="4084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Banco</a:t>
            </a:r>
          </a:p>
        </p:txBody>
      </p:sp>
      <p:sp>
        <p:nvSpPr>
          <p:cNvPr id="8" name="Seta: de Cima para Baixo 7">
            <a:extLst>
              <a:ext uri="{FF2B5EF4-FFF2-40B4-BE49-F238E27FC236}">
                <a16:creationId xmlns:a16="http://schemas.microsoft.com/office/drawing/2014/main" id="{7894583E-4D5E-EFE7-64DF-7259798D7184}"/>
              </a:ext>
            </a:extLst>
          </p:cNvPr>
          <p:cNvSpPr/>
          <p:nvPr/>
        </p:nvSpPr>
        <p:spPr>
          <a:xfrm>
            <a:off x="3151623" y="1844977"/>
            <a:ext cx="167780" cy="293614"/>
          </a:xfrm>
          <a:prstGeom prst="up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5786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A9C6A-358B-BDD9-1411-155E124A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725" y="279667"/>
            <a:ext cx="6706488" cy="771789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Até ai tudo lindo mas .....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1B960C-0BFD-2BFC-500A-4DA54B485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485" y="1223195"/>
            <a:ext cx="8473408" cy="479233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2D2BFE3-15EC-865C-ADEB-755999ECD22B}"/>
              </a:ext>
            </a:extLst>
          </p:cNvPr>
          <p:cNvSpPr/>
          <p:nvPr/>
        </p:nvSpPr>
        <p:spPr>
          <a:xfrm rot="20349315">
            <a:off x="6070281" y="1642561"/>
            <a:ext cx="562542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0" dirty="0">
                <a:ln w="12700" cmpd="sng">
                  <a:solidFill>
                    <a:srgbClr val="FFFF00"/>
                  </a:solidFill>
                  <a:prstDash val="solid"/>
                </a:ln>
                <a:solidFill>
                  <a:srgbClr val="FFFF00"/>
                </a:solidFill>
                <a:effectLst/>
                <a:latin typeface="Arial Black" panose="020B0A04020102020204" pitchFamily="34" charset="0"/>
              </a:rPr>
              <a:t>Pague suas dividas com até 90% de Desconto...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BB3EE3-415F-8C4A-F20D-6E7D18B7C17E}"/>
              </a:ext>
            </a:extLst>
          </p:cNvPr>
          <p:cNvSpPr/>
          <p:nvPr/>
        </p:nvSpPr>
        <p:spPr>
          <a:xfrm rot="1054421">
            <a:off x="579319" y="2902576"/>
            <a:ext cx="389397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 Black" panose="020B0A04020102020204" pitchFamily="34" charset="0"/>
              </a:rPr>
              <a:t>Comercial na TV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26C095F-974E-7C5E-4512-6E25BBA8DCF7}"/>
              </a:ext>
            </a:extLst>
          </p:cNvPr>
          <p:cNvSpPr/>
          <p:nvPr/>
        </p:nvSpPr>
        <p:spPr>
          <a:xfrm>
            <a:off x="3621785" y="4654717"/>
            <a:ext cx="464093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2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Arial Black" panose="020B0A04020102020204" pitchFamily="34" charset="0"/>
              </a:rPr>
              <a:t>Pico de Requisições</a:t>
            </a:r>
            <a:endParaRPr lang="pt-BR" sz="28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77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9372DD-32D8-9285-36BF-271D85614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509" y="4418341"/>
            <a:ext cx="2532363" cy="14189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7C48B41-4B78-D178-DCB5-3E8EFA7AC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65" y="1442121"/>
            <a:ext cx="7010534" cy="36856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842799B-9D67-58DD-8561-FF7CA7297F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927" y="781117"/>
            <a:ext cx="1617308" cy="2380828"/>
          </a:xfrm>
          <a:prstGeom prst="rect">
            <a:avLst/>
          </a:prstGeom>
        </p:spPr>
      </p:pic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0EBC3D66-97B8-4607-4975-BFD295F19190}"/>
              </a:ext>
            </a:extLst>
          </p:cNvPr>
          <p:cNvSpPr/>
          <p:nvPr/>
        </p:nvSpPr>
        <p:spPr>
          <a:xfrm>
            <a:off x="7426295" y="273465"/>
            <a:ext cx="2426090" cy="1264778"/>
          </a:xfrm>
          <a:prstGeom prst="cloudCallout">
            <a:avLst>
              <a:gd name="adj1" fmla="val 36935"/>
              <a:gd name="adj2" fmla="val 48986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latin typeface="Arial Black" panose="020B0A04020102020204" pitchFamily="34" charset="0"/>
              </a:rPr>
              <a:t>Porque eu escolhi trabalhar com isso </a:t>
            </a:r>
            <a:r>
              <a:rPr lang="pt-BR" dirty="0"/>
              <a:t>?</a:t>
            </a:r>
          </a:p>
        </p:txBody>
      </p:sp>
      <p:sp>
        <p:nvSpPr>
          <p:cNvPr id="9" name="Balão de Fala: Oval 8">
            <a:extLst>
              <a:ext uri="{FF2B5EF4-FFF2-40B4-BE49-F238E27FC236}">
                <a16:creationId xmlns:a16="http://schemas.microsoft.com/office/drawing/2014/main" id="{44B3F2E6-FB69-69C0-4F3A-934FC18590FB}"/>
              </a:ext>
            </a:extLst>
          </p:cNvPr>
          <p:cNvSpPr/>
          <p:nvPr/>
        </p:nvSpPr>
        <p:spPr>
          <a:xfrm>
            <a:off x="8212509" y="3103222"/>
            <a:ext cx="1932266" cy="999694"/>
          </a:xfrm>
          <a:prstGeom prst="wedgeEllipseCallout">
            <a:avLst>
              <a:gd name="adj1" fmla="val 11820"/>
              <a:gd name="adj2" fmla="val 6152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latin typeface="Arial Black" panose="020B0A04020102020204" pitchFamily="34" charset="0"/>
              </a:rPr>
              <a:t>RESOLVAM ISSO JÁ !!!!!!!!</a:t>
            </a:r>
          </a:p>
        </p:txBody>
      </p:sp>
    </p:spTree>
    <p:extLst>
      <p:ext uri="{BB962C8B-B14F-4D97-AF65-F5344CB8AC3E}">
        <p14:creationId xmlns:p14="http://schemas.microsoft.com/office/powerpoint/2010/main" val="311748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84C6-CA70-0B10-409D-440EAF386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3534" y="709438"/>
            <a:ext cx="6082018" cy="714724"/>
          </a:xfrm>
        </p:spPr>
        <p:txBody>
          <a:bodyPr>
            <a:normAutofit fontScale="90000"/>
          </a:bodyPr>
          <a:lstStyle/>
          <a:p>
            <a:r>
              <a:rPr lang="pt-BR" sz="2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Uma Nova Forma de Pensar </a:t>
            </a:r>
            <a:br>
              <a:rPr lang="pt-BR" sz="2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 </a:t>
            </a:r>
            <a:r>
              <a:rPr lang="pt-BR" sz="28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MicroSserviços</a:t>
            </a:r>
            <a:r>
              <a:rPr lang="pt-BR" sz="2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5C272DB1-6698-FCB3-1AF2-1A2675E401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45095" y="1965596"/>
            <a:ext cx="3678068" cy="2728403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94AB168-3A6B-031B-2971-8C77CF1F10C0}"/>
              </a:ext>
            </a:extLst>
          </p:cNvPr>
          <p:cNvSpPr txBox="1"/>
          <p:nvPr/>
        </p:nvSpPr>
        <p:spPr>
          <a:xfrm>
            <a:off x="5658373" y="2274838"/>
            <a:ext cx="44522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Quebrar o Sistema em Pedaços que funcionem de forma independente mas que se comuniquem de alguma forma .</a:t>
            </a:r>
          </a:p>
          <a:p>
            <a:endParaRPr lang="pt-BR" sz="1600" b="1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Identificar os domínios que possam ser isolados a ponto que um serviço realiza apenas uma função e tenha seu próprio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4213101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FA3E0184-1DC1-03FE-419A-6D3CEEC72B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25457" y="1811523"/>
            <a:ext cx="2705934" cy="3541712"/>
          </a:xfrm>
        </p:spPr>
      </p:pic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F524E3BD-84A6-B09A-5258-091F9564D0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54325" y="1811523"/>
            <a:ext cx="3466834" cy="3541712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C07CC59-1F12-C136-156C-7CB19E3525FD}"/>
              </a:ext>
            </a:extLst>
          </p:cNvPr>
          <p:cNvSpPr txBox="1"/>
          <p:nvPr/>
        </p:nvSpPr>
        <p:spPr>
          <a:xfrm>
            <a:off x="1924278" y="1263483"/>
            <a:ext cx="280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Monolito, acoplado.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5AEE14-9088-BDC5-434F-9E608E081E62}"/>
              </a:ext>
            </a:extLst>
          </p:cNvPr>
          <p:cNvSpPr txBox="1"/>
          <p:nvPr/>
        </p:nvSpPr>
        <p:spPr>
          <a:xfrm>
            <a:off x="6027863" y="1124984"/>
            <a:ext cx="3719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Microsserviços ,funcionais de forma desacoplada.</a:t>
            </a:r>
          </a:p>
        </p:txBody>
      </p:sp>
    </p:spTree>
    <p:extLst>
      <p:ext uri="{BB962C8B-B14F-4D97-AF65-F5344CB8AC3E}">
        <p14:creationId xmlns:p14="http://schemas.microsoft.com/office/powerpoint/2010/main" val="40939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4DAD9-0E97-6F09-CF9B-667D6C67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8888" y="894827"/>
            <a:ext cx="8165075" cy="791360"/>
          </a:xfrm>
        </p:spPr>
        <p:txBody>
          <a:bodyPr/>
          <a:lstStyle/>
          <a:p>
            <a:r>
              <a:rPr lang="pt-BR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em Microsserviços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69D53E-05A4-F565-0D54-F62651762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08259" y="1773273"/>
            <a:ext cx="8232187" cy="3003259"/>
          </a:xfrm>
        </p:spPr>
        <p:txBody>
          <a:bodyPr/>
          <a:lstStyle/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Arquitetura Descentralizada.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Baixo Acoplamento.(A integração não ocorre via Banco de Dados).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independente e com apenas uma funcionalidade.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Escalabilidade.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Desenvolvimento ocorre sem impacto no restante do ecossistema</a:t>
            </a:r>
            <a:r>
              <a:rPr lang="pt-BR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678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4AFE3A4F-432F-42C5-33A4-A237F08712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8126" y="1556189"/>
            <a:ext cx="7515748" cy="4128874"/>
          </a:xfr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2ECC381-2B22-F2F4-0E79-246C40F8380B}"/>
              </a:ext>
            </a:extLst>
          </p:cNvPr>
          <p:cNvSpPr txBox="1"/>
          <p:nvPr/>
        </p:nvSpPr>
        <p:spPr>
          <a:xfrm>
            <a:off x="1872652" y="476105"/>
            <a:ext cx="78753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Microsserviço tem seu Banco de Dados.</a:t>
            </a:r>
          </a:p>
          <a:p>
            <a:pPr algn="ctr"/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comunicação entre eles ocorre via API – Application Programming    Interface.</a:t>
            </a:r>
          </a:p>
        </p:txBody>
      </p:sp>
    </p:spTree>
    <p:extLst>
      <p:ext uri="{BB962C8B-B14F-4D97-AF65-F5344CB8AC3E}">
        <p14:creationId xmlns:p14="http://schemas.microsoft.com/office/powerpoint/2010/main" val="423496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19E51678-17AE-7A1B-EBDA-B8D251EA55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4440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6125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171DBC10-36CB-A42D-5CD4-85C887D949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1288613"/>
              </p:ext>
            </p:extLst>
          </p:nvPr>
        </p:nvGraphicFramePr>
        <p:xfrm>
          <a:off x="2032000" y="56610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4047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F7A9692-6F07-2D90-9C90-BA5958D46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7106324"/>
              </p:ext>
            </p:extLst>
          </p:nvPr>
        </p:nvGraphicFramePr>
        <p:xfrm>
          <a:off x="2219487" y="198619"/>
          <a:ext cx="8071141" cy="5408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788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A550FB-D73A-C7C3-B37C-BBB6D3F7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DDD – Domain </a:t>
            </a:r>
            <a:r>
              <a:rPr lang="pt-BR" sz="2000" b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driven</a:t>
            </a:r>
            <a: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design</a:t>
            </a:r>
            <a:b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Abordagem para construir sistemas complexos.</a:t>
            </a:r>
            <a:b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Padrão orientado a modelagem de software de acordo com os domínios de negócio.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6EBB5D58-27A8-F1C3-7040-4C5E6701A6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28185" y="2516777"/>
            <a:ext cx="2011472" cy="3073084"/>
          </a:xfrm>
        </p:spPr>
      </p:pic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F0CB9819-CFB9-7C8A-C3DC-B8CB8E11AEA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387163" y="2516777"/>
            <a:ext cx="2011471" cy="3061544"/>
          </a:xfrm>
        </p:spPr>
      </p:pic>
    </p:spTree>
    <p:extLst>
      <p:ext uri="{BB962C8B-B14F-4D97-AF65-F5344CB8AC3E}">
        <p14:creationId xmlns:p14="http://schemas.microsoft.com/office/powerpoint/2010/main" val="207624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5F032-94D8-ADF4-0163-A6AD8F564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652" y="468021"/>
            <a:ext cx="7879972" cy="656103"/>
          </a:xfrm>
        </p:spPr>
        <p:txBody>
          <a:bodyPr>
            <a:normAutofit/>
          </a:bodyPr>
          <a:lstStyle/>
          <a:p>
            <a:r>
              <a:rPr lang="pt-BR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 e MICROSSERVIÇOS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729E90-76C7-01CD-5242-CC5003F75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764" y="1337010"/>
            <a:ext cx="8791575" cy="3713161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- ATOMICIDADE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Todas as mudanças de dados devem ocorrer com sucesso ou 	falha.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- Consistência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Os dados devem estar em um estado consistente antes e depois 	da transação.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- Isolamento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Nenhum outro processo pode alterar o dado enquanto ocorre 	a transação.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 - durabilidade</a:t>
            </a:r>
          </a:p>
          <a:p>
            <a:r>
              <a:rPr lang="pt-BR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as alterações feitas por uma transação devem persistir</a:t>
            </a:r>
          </a:p>
          <a:p>
            <a:endParaRPr lang="pt-BR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3517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4792E-1E47-53E3-52F5-757F15398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81" y="235373"/>
            <a:ext cx="9905998" cy="1478570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Latência de rede</a:t>
            </a:r>
            <a:b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deve-se evitar a ida e vinda de dados em excesso.</a:t>
            </a:r>
            <a:br>
              <a:rPr lang="pt-BR" sz="2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Sempre ATENÇÂO as estratégias.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B1D2F5A-39E6-9633-E130-39549EE02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6947" y="2542205"/>
            <a:ext cx="5885136" cy="3541712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9188E0-4A49-38CE-9A1C-B3E4DB7F493F}"/>
              </a:ext>
            </a:extLst>
          </p:cNvPr>
          <p:cNvSpPr txBox="1"/>
          <p:nvPr/>
        </p:nvSpPr>
        <p:spPr>
          <a:xfrm>
            <a:off x="3265834" y="1709562"/>
            <a:ext cx="5042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requisição desse serviço através de um celular no wifi/rede móvel , faz as requisições para todas essas APIS , isso torna a resposta lenta.</a:t>
            </a:r>
          </a:p>
        </p:txBody>
      </p:sp>
    </p:spTree>
    <p:extLst>
      <p:ext uri="{BB962C8B-B14F-4D97-AF65-F5344CB8AC3E}">
        <p14:creationId xmlns:p14="http://schemas.microsoft.com/office/powerpoint/2010/main" val="382275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528EDD-EC12-A701-37A6-CE4DD2A8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869" y="1471748"/>
            <a:ext cx="8357465" cy="427044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0761264-4652-C3F0-0195-FB28AA9F1479}"/>
              </a:ext>
            </a:extLst>
          </p:cNvPr>
          <p:cNvSpPr txBox="1"/>
          <p:nvPr/>
        </p:nvSpPr>
        <p:spPr>
          <a:xfrm>
            <a:off x="1779069" y="549838"/>
            <a:ext cx="7852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Estratégia onde uma requisição faz as demais solicitações , evitando carregamento lento.</a:t>
            </a:r>
          </a:p>
        </p:txBody>
      </p:sp>
    </p:spTree>
    <p:extLst>
      <p:ext uri="{BB962C8B-B14F-4D97-AF65-F5344CB8AC3E}">
        <p14:creationId xmlns:p14="http://schemas.microsoft.com/office/powerpoint/2010/main" val="1795739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1798A-3647-C4D9-DB00-BF9BFAA9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736" y="177781"/>
            <a:ext cx="9185437" cy="1087993"/>
          </a:xfrm>
        </p:spPr>
        <p:txBody>
          <a:bodyPr/>
          <a:lstStyle/>
          <a:p>
            <a:pPr algn="ctr"/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Tipos de comunicação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E66537-8454-ACA7-603C-FBE02D8FF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7406" y="1153978"/>
            <a:ext cx="3403317" cy="267211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Síncrona</a:t>
            </a: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CC61B3C3-C551-1951-939D-5EEC3326874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1715588" y="2315665"/>
            <a:ext cx="8107680" cy="3752971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271892B-A74B-556A-B2D6-785010DBA7FA}"/>
              </a:ext>
            </a:extLst>
          </p:cNvPr>
          <p:cNvSpPr txBox="1"/>
          <p:nvPr/>
        </p:nvSpPr>
        <p:spPr>
          <a:xfrm>
            <a:off x="1367406" y="1356568"/>
            <a:ext cx="797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é realizada uma requisição e o sistema trava até ocorrer uma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69F52C-534F-41A4-1106-3ED11E56D59A}"/>
              </a:ext>
            </a:extLst>
          </p:cNvPr>
          <p:cNvSpPr txBox="1"/>
          <p:nvPr/>
        </p:nvSpPr>
        <p:spPr>
          <a:xfrm>
            <a:off x="1367406" y="1659736"/>
            <a:ext cx="8769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 ser sempre pensando o desenho da comunicação entre serviços.</a:t>
            </a:r>
          </a:p>
          <a:p>
            <a:r>
              <a:rPr lang="pt-BR" sz="16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Reduz a disponibilidade.</a:t>
            </a:r>
          </a:p>
        </p:txBody>
      </p:sp>
    </p:spTree>
    <p:extLst>
      <p:ext uri="{BB962C8B-B14F-4D97-AF65-F5344CB8AC3E}">
        <p14:creationId xmlns:p14="http://schemas.microsoft.com/office/powerpoint/2010/main" val="1498654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F7DDB-CF1B-8CD8-6AA8-43407CAA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7"/>
            <a:ext cx="8821193" cy="644225"/>
          </a:xfrm>
        </p:spPr>
        <p:txBody>
          <a:bodyPr>
            <a:normAutofit fontScale="90000"/>
          </a:bodyPr>
          <a:lstStyle/>
          <a:p>
            <a:r>
              <a:rPr lang="pt-BR" sz="3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br>
              <a:rPr lang="pt-BR" sz="3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Comunicação Síncrona</a:t>
            </a:r>
            <a:br>
              <a:rPr lang="pt-BR" dirty="0"/>
            </a:br>
            <a:r>
              <a:rPr lang="pt-BR" sz="2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Request/Response – A Cada solicitação é esperado uma resposta , e ocorre BLOQUEIO ATÉ a Resposta SURGIR.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C7BE87-5AA8-7F21-1225-813C5FB16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538" y="1924594"/>
            <a:ext cx="4365355" cy="389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6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FF569-9732-88E2-BC6D-50FA8064E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801" y="355576"/>
            <a:ext cx="8472373" cy="953108"/>
          </a:xfrm>
        </p:spPr>
        <p:txBody>
          <a:bodyPr/>
          <a:lstStyle/>
          <a:p>
            <a:r>
              <a:rPr lang="pt-BR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REST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395262-2EB2-84CC-A616-84C52D8A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7347" y="1468074"/>
            <a:ext cx="10097959" cy="391765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Comunicação em HTTP.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Representa um objeto por negócio.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Poder ser utilizado em qualquer formato o mais comum JSON.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 de API 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Get/</a:t>
            </a:r>
            <a:r>
              <a:rPr lang="pt-BR" sz="1900" b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/order-id-1345?expand-consumer.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Simples e familiar.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requer nenhum intermediário entre API e </a:t>
            </a:r>
            <a:r>
              <a:rPr lang="pt-BR" sz="1900" b="1" dirty="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 se saber a URL do serviço que quer comunicar.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de mapear mais de um recurso.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Verbo http não permitem muita flexibilidade.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0462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8CDA7-06E4-F229-F520-27ADE811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233" y="1750151"/>
            <a:ext cx="9906000" cy="2852737"/>
          </a:xfrm>
        </p:spPr>
        <p:txBody>
          <a:bodyPr>
            <a:normAutofit/>
          </a:bodyPr>
          <a:lstStyle/>
          <a:p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Composta por verbos HTTP.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: Obter Dados , consulta.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: Envio de dados.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 : Atualização.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: Exclusão de Registros.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4BE159-D147-45D8-81E3-4317C08726CB}"/>
              </a:ext>
            </a:extLst>
          </p:cNvPr>
          <p:cNvSpPr txBox="1"/>
          <p:nvPr/>
        </p:nvSpPr>
        <p:spPr>
          <a:xfrm>
            <a:off x="3004456" y="465864"/>
            <a:ext cx="4955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Desenho de uma API</a:t>
            </a:r>
            <a:endParaRPr lang="pt-BR" sz="3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416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11B1F-4165-C85B-9206-1D6FED7A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1706671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7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Assíncrona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Bloqueio nenhuma parte do sistema.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aguarda uma resposta imediata.</a:t>
            </a:r>
            <a:b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7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 ser do tipo 1 x 1 ou 1x para muitos</a:t>
            </a:r>
            <a:r>
              <a:rPr lang="pt-BR" dirty="0"/>
              <a:t>.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2F9E97E4-2B64-CA2A-2937-00EC8D608F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6420402"/>
              </p:ext>
            </p:extLst>
          </p:nvPr>
        </p:nvGraphicFramePr>
        <p:xfrm>
          <a:off x="2661947" y="2447109"/>
          <a:ext cx="6543413" cy="3395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8990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53862-D383-D6C2-7383-9B8485E56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462" y="586862"/>
            <a:ext cx="9035020" cy="1174458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2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comunicação assíncrona ocorre por meio de mensagens, independente de tecnologia, em formato de texto ou binário.</a:t>
            </a:r>
          </a:p>
        </p:txBody>
      </p:sp>
      <p:sp>
        <p:nvSpPr>
          <p:cNvPr id="4" name="Estrela: 7 Pontas 3">
            <a:extLst>
              <a:ext uri="{FF2B5EF4-FFF2-40B4-BE49-F238E27FC236}">
                <a16:creationId xmlns:a16="http://schemas.microsoft.com/office/drawing/2014/main" id="{42E1EA74-BF30-EC90-3F2B-5917C77DF71F}"/>
              </a:ext>
            </a:extLst>
          </p:cNvPr>
          <p:cNvSpPr/>
          <p:nvPr/>
        </p:nvSpPr>
        <p:spPr>
          <a:xfrm>
            <a:off x="1842526" y="4689450"/>
            <a:ext cx="1140903" cy="117445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C#</a:t>
            </a:r>
          </a:p>
        </p:txBody>
      </p:sp>
      <p:sp>
        <p:nvSpPr>
          <p:cNvPr id="5" name="Estrela: 7 Pontas 4">
            <a:extLst>
              <a:ext uri="{FF2B5EF4-FFF2-40B4-BE49-F238E27FC236}">
                <a16:creationId xmlns:a16="http://schemas.microsoft.com/office/drawing/2014/main" id="{DBC9E91D-5C4D-1377-2DA0-873BBC4DC4AB}"/>
              </a:ext>
            </a:extLst>
          </p:cNvPr>
          <p:cNvSpPr/>
          <p:nvPr/>
        </p:nvSpPr>
        <p:spPr>
          <a:xfrm>
            <a:off x="6422747" y="4416807"/>
            <a:ext cx="1140903" cy="117445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Java</a:t>
            </a:r>
          </a:p>
        </p:txBody>
      </p:sp>
      <p:sp>
        <p:nvSpPr>
          <p:cNvPr id="6" name="Estrela: 7 Pontas 5">
            <a:extLst>
              <a:ext uri="{FF2B5EF4-FFF2-40B4-BE49-F238E27FC236}">
                <a16:creationId xmlns:a16="http://schemas.microsoft.com/office/drawing/2014/main" id="{71B26ED2-88FC-80DC-A0C5-E524FBF2BE23}"/>
              </a:ext>
            </a:extLst>
          </p:cNvPr>
          <p:cNvSpPr/>
          <p:nvPr/>
        </p:nvSpPr>
        <p:spPr>
          <a:xfrm>
            <a:off x="3729514" y="3324141"/>
            <a:ext cx="1441509" cy="1092666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Node.JS</a:t>
            </a:r>
          </a:p>
        </p:txBody>
      </p:sp>
      <p:sp>
        <p:nvSpPr>
          <p:cNvPr id="7" name="Seta: para a Direita Listrada 6">
            <a:extLst>
              <a:ext uri="{FF2B5EF4-FFF2-40B4-BE49-F238E27FC236}">
                <a16:creationId xmlns:a16="http://schemas.microsoft.com/office/drawing/2014/main" id="{3471E5F6-BA64-EE39-ACAA-50CEEF9B2235}"/>
              </a:ext>
            </a:extLst>
          </p:cNvPr>
          <p:cNvSpPr/>
          <p:nvPr/>
        </p:nvSpPr>
        <p:spPr>
          <a:xfrm rot="20313674">
            <a:off x="2588611" y="3841114"/>
            <a:ext cx="1140903" cy="822371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JSON</a:t>
            </a:r>
          </a:p>
        </p:txBody>
      </p:sp>
      <p:sp>
        <p:nvSpPr>
          <p:cNvPr id="8" name="Seta: para a Direita Listrada 7">
            <a:extLst>
              <a:ext uri="{FF2B5EF4-FFF2-40B4-BE49-F238E27FC236}">
                <a16:creationId xmlns:a16="http://schemas.microsoft.com/office/drawing/2014/main" id="{625A434F-D23C-006A-AB1D-249550A3DE3D}"/>
              </a:ext>
            </a:extLst>
          </p:cNvPr>
          <p:cNvSpPr/>
          <p:nvPr/>
        </p:nvSpPr>
        <p:spPr>
          <a:xfrm rot="811961">
            <a:off x="5741302" y="3533001"/>
            <a:ext cx="989899" cy="851309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XML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C203E05-A29A-CD5F-5D2E-153DF1332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427" y="2782007"/>
            <a:ext cx="4609822" cy="12939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924432E-C598-8D10-4B56-404C2F86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68" y="3428999"/>
            <a:ext cx="2224014" cy="2892923"/>
          </a:xfrm>
          <a:prstGeom prst="rect">
            <a:avLst/>
          </a:prstGeom>
        </p:spPr>
      </p:pic>
      <p:sp>
        <p:nvSpPr>
          <p:cNvPr id="14" name="Onda 13">
            <a:extLst>
              <a:ext uri="{FF2B5EF4-FFF2-40B4-BE49-F238E27FC236}">
                <a16:creationId xmlns:a16="http://schemas.microsoft.com/office/drawing/2014/main" id="{4132E527-B0A9-89EF-7D21-1A2F5681BD51}"/>
              </a:ext>
            </a:extLst>
          </p:cNvPr>
          <p:cNvSpPr/>
          <p:nvPr/>
        </p:nvSpPr>
        <p:spPr>
          <a:xfrm>
            <a:off x="1742666" y="3324141"/>
            <a:ext cx="1758180" cy="448802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Apache </a:t>
            </a:r>
            <a:r>
              <a:rPr lang="pt-BR" dirty="0" err="1"/>
              <a:t>Avro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499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E8424B-9FD6-9087-0937-71B6665E7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8774944" cy="650989"/>
          </a:xfrm>
        </p:spPr>
        <p:txBody>
          <a:bodyPr/>
          <a:lstStyle/>
          <a:p>
            <a:r>
              <a:rPr lang="pt-BR" dirty="0"/>
              <a:t>Message broker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99DB772-6536-935F-3F38-FC7319D49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92" y="1388507"/>
            <a:ext cx="8366464" cy="444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09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4ED4E-63DD-DF3D-E88E-2C55C839A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Critérios para se trabalhar com um </a:t>
            </a:r>
            <a:r>
              <a:rPr lang="pt-BR" sz="2800" dirty="0" err="1"/>
              <a:t>message</a:t>
            </a:r>
            <a:r>
              <a:rPr lang="pt-BR" sz="2800" dirty="0"/>
              <a:t> </a:t>
            </a:r>
            <a:r>
              <a:rPr lang="pt-BR" sz="2800" dirty="0" err="1"/>
              <a:t>broke</a:t>
            </a:r>
            <a:endParaRPr lang="pt-BR" sz="2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291B1B-EDB8-BACA-7227-F69C7124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Linguagens suportadas.</a:t>
            </a:r>
          </a:p>
          <a:p>
            <a:r>
              <a:rPr lang="pt-BR" dirty="0"/>
              <a:t>Ordenação de mensagem.</a:t>
            </a:r>
          </a:p>
          <a:p>
            <a:r>
              <a:rPr lang="pt-BR" dirty="0"/>
              <a:t>Garantia de entregas.</a:t>
            </a:r>
          </a:p>
          <a:p>
            <a:r>
              <a:rPr lang="pt-BR" dirty="0"/>
              <a:t>Durabilidade</a:t>
            </a:r>
          </a:p>
          <a:p>
            <a:r>
              <a:rPr lang="pt-BR" dirty="0"/>
              <a:t>Escalabilidade.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411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16DC0-839F-563B-C195-EE2691754A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56373" y="629945"/>
            <a:ext cx="9912350" cy="819150"/>
          </a:xfrm>
        </p:spPr>
        <p:txBody>
          <a:bodyPr/>
          <a:lstStyle/>
          <a:p>
            <a:r>
              <a:rPr lang="pt-BR" dirty="0"/>
              <a:t>Transações em </a:t>
            </a:r>
            <a:r>
              <a:rPr lang="pt-BR" dirty="0" err="1"/>
              <a:t>microsserviços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03CDA8-9096-04D5-4307-F7685333734D}"/>
              </a:ext>
            </a:extLst>
          </p:cNvPr>
          <p:cNvSpPr txBox="1"/>
          <p:nvPr/>
        </p:nvSpPr>
        <p:spPr>
          <a:xfrm>
            <a:off x="1518082" y="1677880"/>
            <a:ext cx="79987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transação chama diversos serviços , de forma paralela ou sequencial para completar seu ciclo. </a:t>
            </a:r>
          </a:p>
          <a:p>
            <a:endParaRPr lang="pt-BR" dirty="0"/>
          </a:p>
          <a:p>
            <a:r>
              <a:rPr lang="pt-BR" dirty="0"/>
              <a:t>Cada serviço tem seu próprio banco de dados.</a:t>
            </a:r>
          </a:p>
          <a:p>
            <a:endParaRPr lang="pt-BR" dirty="0"/>
          </a:p>
          <a:p>
            <a:r>
              <a:rPr lang="pt-BR" dirty="0"/>
              <a:t>Deve Haver uma coordenação externa entre esses serviços.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1326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589FA-43C2-CC02-5A82-9B766064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transação.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230F1B-A875-F442-538A-5332367C0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C5F2381-4E30-B99B-9588-5EAFCB63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350" y="364955"/>
            <a:ext cx="80010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76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5AA2DE3-98F6-9F17-D02B-171AB49D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266" y="490814"/>
            <a:ext cx="9513611" cy="511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21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93F605D-BB67-593C-A58E-64F786A5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932" y="1544714"/>
            <a:ext cx="10789248" cy="298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402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F1BB54C-9092-5EFB-8FCB-7255BFB8A4B9}"/>
              </a:ext>
            </a:extLst>
          </p:cNvPr>
          <p:cNvSpPr txBox="1"/>
          <p:nvPr/>
        </p:nvSpPr>
        <p:spPr>
          <a:xfrm>
            <a:off x="2592279" y="648070"/>
            <a:ext cx="73950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SAGA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Modelo proposto por Hector-Garcia Molina e Kenneth Salem  em 1987 para transações de longa duração.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EAA58A-18BC-4350-F72E-F6E323F3220A}"/>
              </a:ext>
            </a:extLst>
          </p:cNvPr>
          <p:cNvSpPr txBox="1"/>
          <p:nvPr/>
        </p:nvSpPr>
        <p:spPr>
          <a:xfrm>
            <a:off x="1855433" y="2787588"/>
            <a:ext cx="4829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Comunicação baseada em eventos</a:t>
            </a:r>
          </a:p>
          <a:p>
            <a:endParaRPr lang="pt-BR" dirty="0"/>
          </a:p>
          <a:p>
            <a:r>
              <a:rPr lang="pt-BR" dirty="0"/>
              <a:t>Cada passa atualiza um status em seu próprio banco  de dados e envia uma mensagem  correspondente a um evento para o próximo serviço.</a:t>
            </a:r>
          </a:p>
        </p:txBody>
      </p:sp>
    </p:spTree>
    <p:extLst>
      <p:ext uri="{BB962C8B-B14F-4D97-AF65-F5344CB8AC3E}">
        <p14:creationId xmlns:p14="http://schemas.microsoft.com/office/powerpoint/2010/main" val="2849618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978C7-E24A-FC6E-D0C2-4312F573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82257A-0E7E-E7C8-A520-EF63E82C5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Vantagens	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8E7EF6-5757-7C17-89D7-0FDE41ECE3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4 </a:t>
            </a:r>
            <a:r>
              <a:rPr lang="pt-BR" dirty="0" err="1"/>
              <a:t>pag</a:t>
            </a:r>
            <a:r>
              <a:rPr lang="pt-BR" dirty="0"/>
              <a:t> 22	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CCB51D-90D0-4EF6-B435-39839ABF1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desvantagens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89C6E0-E276-E3F8-9845-FA72C587B13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4 </a:t>
            </a:r>
            <a:r>
              <a:rPr lang="pt-BR" dirty="0" err="1"/>
              <a:t>pag</a:t>
            </a:r>
            <a:r>
              <a:rPr lang="pt-BR" dirty="0"/>
              <a:t> 24</a:t>
            </a:r>
          </a:p>
        </p:txBody>
      </p:sp>
    </p:spTree>
    <p:extLst>
      <p:ext uri="{BB962C8B-B14F-4D97-AF65-F5344CB8AC3E}">
        <p14:creationId xmlns:p14="http://schemas.microsoft.com/office/powerpoint/2010/main" val="392497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213B6E-7FFB-37DC-1F61-2A28693DF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0344"/>
            <a:ext cx="12192000" cy="409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12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3835461-3F30-ED2A-5CF2-FDDFED4B1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34" y="876112"/>
            <a:ext cx="7980516" cy="51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133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2268F25-17DA-57AC-BCCE-CA90582B6B63}"/>
              </a:ext>
            </a:extLst>
          </p:cNvPr>
          <p:cNvSpPr txBox="1"/>
          <p:nvPr/>
        </p:nvSpPr>
        <p:spPr>
          <a:xfrm>
            <a:off x="1775534" y="843379"/>
            <a:ext cx="519841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Máquina de estado – SAGA orquestrada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-Componente centralizado.</a:t>
            </a:r>
          </a:p>
          <a:p>
            <a:r>
              <a:rPr lang="pt-BR" dirty="0"/>
              <a:t>-Responsável por dizer aos participantes o que fazer 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C0672C-F3DB-1A8E-C50D-82092AB81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962" y="1447800"/>
            <a:ext cx="44100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57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96A286-955D-8015-D922-662EC9095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47" y="766139"/>
            <a:ext cx="6978401" cy="515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76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A8D6A-D2FC-0E0A-FA0F-1412361D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AF5DCE-26CD-3197-0F02-FC8FB442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Vantagens	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16A815-12C6-B8CA-9027-DF3D8647EE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4 </a:t>
            </a:r>
            <a:r>
              <a:rPr lang="pt-BR" dirty="0" err="1"/>
              <a:t>pag</a:t>
            </a:r>
            <a:r>
              <a:rPr lang="pt-BR" dirty="0"/>
              <a:t> 36	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36530B-F260-E692-A339-2B6464EAA8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desvantagens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8D29BB0-05AD-1AD3-D571-9959807FAD4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4 </a:t>
            </a:r>
            <a:r>
              <a:rPr lang="pt-BR" dirty="0" err="1"/>
              <a:t>pag</a:t>
            </a:r>
            <a:r>
              <a:rPr lang="pt-BR" dirty="0"/>
              <a:t> 37</a:t>
            </a:r>
          </a:p>
        </p:txBody>
      </p:sp>
    </p:spTree>
    <p:extLst>
      <p:ext uri="{BB962C8B-B14F-4D97-AF65-F5344CB8AC3E}">
        <p14:creationId xmlns:p14="http://schemas.microsoft.com/office/powerpoint/2010/main" val="3562305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9D07FAF-27F1-B16F-4C18-4FA90934689B}"/>
              </a:ext>
            </a:extLst>
          </p:cNvPr>
          <p:cNvSpPr txBox="1"/>
          <p:nvPr/>
        </p:nvSpPr>
        <p:spPr>
          <a:xfrm>
            <a:off x="2032986" y="355107"/>
            <a:ext cx="344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Arquitetura hexagonal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65FD07-F691-3450-68E0-74A530AFA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29" y="1308191"/>
            <a:ext cx="5269590" cy="473280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B858D13-326C-0C6C-D37B-B97EB2B8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93" y="1537790"/>
            <a:ext cx="5237566" cy="228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273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A15DA-6087-D6CE-99CD-7C1069C5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DD596D-24B9-2AAF-5D8A-5847E44B8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Vantagens	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C92BD3-930D-EAB6-7F31-5CAD739919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5 </a:t>
            </a:r>
            <a:r>
              <a:rPr lang="pt-BR" dirty="0" err="1"/>
              <a:t>pag</a:t>
            </a:r>
            <a:r>
              <a:rPr lang="pt-BR" dirty="0"/>
              <a:t> 6	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135AED0-72C8-100F-2338-A34F45D1B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desvantagens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F7A5D0-F11A-1E67-AC25-8069D198BE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pt-BR" dirty="0" err="1"/>
              <a:t>Pdf</a:t>
            </a:r>
            <a:r>
              <a:rPr lang="pt-BR" dirty="0"/>
              <a:t> 5 </a:t>
            </a:r>
            <a:r>
              <a:rPr lang="pt-BR" dirty="0" err="1"/>
              <a:t>pag</a:t>
            </a:r>
            <a:r>
              <a:rPr lang="pt-BR" dirty="0"/>
              <a:t> 7</a:t>
            </a:r>
          </a:p>
        </p:txBody>
      </p:sp>
    </p:spTree>
    <p:extLst>
      <p:ext uri="{BB962C8B-B14F-4D97-AF65-F5344CB8AC3E}">
        <p14:creationId xmlns:p14="http://schemas.microsoft.com/office/powerpoint/2010/main" val="40816276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DBABD-C172-D24C-D405-F080E4CF3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Padroes</a:t>
            </a:r>
            <a:r>
              <a:rPr lang="pt-BR" dirty="0"/>
              <a:t> para APIS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922CAC-B29E-4922-3D22-C024893B5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C6BDEB-95C4-7E4D-83CD-2E14D632B4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91AFF5-1250-2699-4083-9B5E32D50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D9E56A-ADC8-AB18-9A63-94E85CC54D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119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3DCA3-86B1-A4BE-A974-3F121EC2C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31588A-2A55-4202-633F-26F2BD8A6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7ED7CF-324C-C9CC-E6B7-3D47B598BE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C4A39C-ED09-F5D4-DF58-BAF569A2B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16BCC2B-B67E-DF0D-CEAF-793CA0F0EC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667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372A5-C8F0-4436-72BB-EA615573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56FC77-ECFF-CEE5-3954-0A222427B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000AC6-9217-3090-17E1-FC72E2DCF7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29BD0F9-C4B7-CB96-0609-BC36CED25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964661-1020-768E-213B-1FD9A8BD8E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881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10895-F913-0EFA-CA43-EF7C88ADA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91AA89-4714-A851-3AD3-BD1D2A0E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0DCEB3-A0C0-80C7-2FD9-04191AD83F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2C1A46-4D1A-1039-C231-58D7AD7858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2F747C-CB96-DF29-2BC7-0FA7CE3117D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6441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663</TotalTime>
  <Words>978</Words>
  <Application>Microsoft Office PowerPoint</Application>
  <PresentationFormat>Widescreen</PresentationFormat>
  <Paragraphs>154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Arial</vt:lpstr>
      <vt:lpstr>Arial Black</vt:lpstr>
      <vt:lpstr>Calibri</vt:lpstr>
      <vt:lpstr>Tw Cen MT</vt:lpstr>
      <vt:lpstr>Wingdings</vt:lpstr>
      <vt:lpstr>Circuito</vt:lpstr>
      <vt:lpstr>Apresentação do PowerPoint</vt:lpstr>
      <vt:lpstr>Apresentação do PowerPoint</vt:lpstr>
      <vt:lpstr>Apresentação do PowerPoint</vt:lpstr>
      <vt:lpstr>Até ai tudo lindo mas .....</vt:lpstr>
      <vt:lpstr>Apresentação do PowerPoint</vt:lpstr>
      <vt:lpstr>    Uma Nova Forma de Pensar  Arquitetura de MicroSserviços </vt:lpstr>
      <vt:lpstr>Apresentação do PowerPoint</vt:lpstr>
      <vt:lpstr>Arquitetura em Microsserviços</vt:lpstr>
      <vt:lpstr>Apresentação do PowerPoint</vt:lpstr>
      <vt:lpstr>Apresentação do PowerPoint</vt:lpstr>
      <vt:lpstr>Apresentação do PowerPoint</vt:lpstr>
      <vt:lpstr>Apresentação do PowerPoint</vt:lpstr>
      <vt:lpstr>DDD – Domain driven design  Abordagem para construir sistemas complexos. Padrão orientado a modelagem de software de acordo com os domínios de negócio.</vt:lpstr>
      <vt:lpstr>ACID e MICROSSERVIÇOS</vt:lpstr>
      <vt:lpstr>         Latência de rede deve-se evitar a ida e vinda de dados em excesso. Sempre ATENÇÂO as estratégias.</vt:lpstr>
      <vt:lpstr>Apresentação do PowerPoint</vt:lpstr>
      <vt:lpstr>Tipos de comunicação</vt:lpstr>
      <vt:lpstr>               Comunicação Síncrona Request/Response – A Cada solicitação é esperado uma resposta , e ocorre BLOQUEIO ATÉ a Resposta SURGIR.</vt:lpstr>
      <vt:lpstr>Protocolo REST</vt:lpstr>
      <vt:lpstr>Composta por verbos HTTP.  Get : Obter Dados , consulta. POST : Envio de dados. PUT : Atualização. DELETE : Exclusão de Registros. </vt:lpstr>
      <vt:lpstr> Comunicação Assíncrona  Não Bloqueio nenhuma parte do sistema. Não aguarda uma resposta imediata. Pode ser do tipo 1 x 1 ou 1x para muitos.</vt:lpstr>
      <vt:lpstr> A comunicação assíncrona ocorre por meio de mensagens, independente de tecnologia, em formato de texto ou binário.</vt:lpstr>
      <vt:lpstr>Message broker</vt:lpstr>
      <vt:lpstr>Critérios para se trabalhar com um message broke</vt:lpstr>
      <vt:lpstr>Transações em microsserviços</vt:lpstr>
      <vt:lpstr>Exemplo de transação.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Padroes para APIS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Ricardo Carvalho Horacio</dc:creator>
  <cp:lastModifiedBy>Paulo Ricardo Carvalho Horacio</cp:lastModifiedBy>
  <cp:revision>75</cp:revision>
  <dcterms:created xsi:type="dcterms:W3CDTF">2022-05-03T01:03:46Z</dcterms:created>
  <dcterms:modified xsi:type="dcterms:W3CDTF">2022-05-10T20:09:17Z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eda764-ac5d-4c78-8b24-fe1405747852_Enabled">
    <vt:lpwstr>true</vt:lpwstr>
  </property>
  <property fmtid="{D5CDD505-2E9C-101B-9397-08002B2CF9AE}" pid="3" name="MSIP_Label_4aeda764-ac5d-4c78-8b24-fe1405747852_SetDate">
    <vt:lpwstr>2022-05-10T13:34:31Z</vt:lpwstr>
  </property>
  <property fmtid="{D5CDD505-2E9C-101B-9397-08002B2CF9AE}" pid="4" name="MSIP_Label_4aeda764-ac5d-4c78-8b24-fe1405747852_Method">
    <vt:lpwstr>Standard</vt:lpwstr>
  </property>
  <property fmtid="{D5CDD505-2E9C-101B-9397-08002B2CF9AE}" pid="5" name="MSIP_Label_4aeda764-ac5d-4c78-8b24-fe1405747852_Name">
    <vt:lpwstr>4aeda764-ac5d-4c78-8b24-fe1405747852</vt:lpwstr>
  </property>
  <property fmtid="{D5CDD505-2E9C-101B-9397-08002B2CF9AE}" pid="6" name="MSIP_Label_4aeda764-ac5d-4c78-8b24-fe1405747852_SiteId">
    <vt:lpwstr>f9cfd8cb-c4a5-4677-b65d-3150dda310c9</vt:lpwstr>
  </property>
  <property fmtid="{D5CDD505-2E9C-101B-9397-08002B2CF9AE}" pid="7" name="MSIP_Label_4aeda764-ac5d-4c78-8b24-fe1405747852_ActionId">
    <vt:lpwstr>78bfb5be-671d-4004-8cce-c5fd7e9c0ad6</vt:lpwstr>
  </property>
  <property fmtid="{D5CDD505-2E9C-101B-9397-08002B2CF9AE}" pid="8" name="MSIP_Label_4aeda764-ac5d-4c78-8b24-fe1405747852_ContentBits">
    <vt:lpwstr>2</vt:lpwstr>
  </property>
</Properties>
</file>